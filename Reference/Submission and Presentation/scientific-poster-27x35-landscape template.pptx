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6" r:id="rId8"/>
  </p:sldMasterIdLst>
  <p:notesMasterIdLst>
    <p:notesMasterId r:id="rId10"/>
  </p:notesMasterIdLst>
  <p:handoutMasterIdLst>
    <p:handoutMasterId r:id="rId11"/>
  </p:handoutMasterIdLst>
  <p:sldIdLst>
    <p:sldId id="296" r:id="rId9"/>
  </p:sldIdLst>
  <p:sldSz cx="32004000" cy="24688800"/>
  <p:notesSz cx="7010400" cy="9296400"/>
  <p:custDataLst>
    <p:custData r:id="rId3"/>
    <p:custData r:id="rId6"/>
    <p:custData r:id="rId4"/>
    <p:custData r:id="rId7"/>
    <p:custData r:id="rId1"/>
    <p:custData r:id="rId2"/>
    <p:custData r:id="rId5"/>
    <p:tags r:id="rId12"/>
  </p:custDataLst>
  <p:defaultTextStyle>
    <a:defPPr>
      <a:defRPr lang="en-US"/>
    </a:defPPr>
    <a:lvl1pPr algn="l" rtl="0" fontAlgn="base">
      <a:spcBef>
        <a:spcPct val="0"/>
      </a:spcBef>
      <a:spcAft>
        <a:spcPct val="0"/>
      </a:spcAft>
      <a:defRPr sz="5665" kern="1200">
        <a:solidFill>
          <a:schemeClr val="tx1"/>
        </a:solidFill>
        <a:latin typeface="Arial" charset="0"/>
        <a:ea typeface="+mn-ea"/>
        <a:cs typeface="+mn-cs"/>
      </a:defRPr>
    </a:lvl1pPr>
    <a:lvl2pPr marL="1618820" algn="l" rtl="0" fontAlgn="base">
      <a:spcBef>
        <a:spcPct val="0"/>
      </a:spcBef>
      <a:spcAft>
        <a:spcPct val="0"/>
      </a:spcAft>
      <a:defRPr sz="5665" kern="1200">
        <a:solidFill>
          <a:schemeClr val="tx1"/>
        </a:solidFill>
        <a:latin typeface="Arial" charset="0"/>
        <a:ea typeface="+mn-ea"/>
        <a:cs typeface="+mn-cs"/>
      </a:defRPr>
    </a:lvl2pPr>
    <a:lvl3pPr marL="3237641" algn="l" rtl="0" fontAlgn="base">
      <a:spcBef>
        <a:spcPct val="0"/>
      </a:spcBef>
      <a:spcAft>
        <a:spcPct val="0"/>
      </a:spcAft>
      <a:defRPr sz="5665" kern="1200">
        <a:solidFill>
          <a:schemeClr val="tx1"/>
        </a:solidFill>
        <a:latin typeface="Arial" charset="0"/>
        <a:ea typeface="+mn-ea"/>
        <a:cs typeface="+mn-cs"/>
      </a:defRPr>
    </a:lvl3pPr>
    <a:lvl4pPr marL="4856459" algn="l" rtl="0" fontAlgn="base">
      <a:spcBef>
        <a:spcPct val="0"/>
      </a:spcBef>
      <a:spcAft>
        <a:spcPct val="0"/>
      </a:spcAft>
      <a:defRPr sz="5665" kern="1200">
        <a:solidFill>
          <a:schemeClr val="tx1"/>
        </a:solidFill>
        <a:latin typeface="Arial" charset="0"/>
        <a:ea typeface="+mn-ea"/>
        <a:cs typeface="+mn-cs"/>
      </a:defRPr>
    </a:lvl4pPr>
    <a:lvl5pPr marL="6475278" algn="l" rtl="0" fontAlgn="base">
      <a:spcBef>
        <a:spcPct val="0"/>
      </a:spcBef>
      <a:spcAft>
        <a:spcPct val="0"/>
      </a:spcAft>
      <a:defRPr sz="5665" kern="1200">
        <a:solidFill>
          <a:schemeClr val="tx1"/>
        </a:solidFill>
        <a:latin typeface="Arial" charset="0"/>
        <a:ea typeface="+mn-ea"/>
        <a:cs typeface="+mn-cs"/>
      </a:defRPr>
    </a:lvl5pPr>
    <a:lvl6pPr marL="8094098" algn="l" defTabSz="3237641" rtl="0" eaLnBrk="1" latinLnBrk="0" hangingPunct="1">
      <a:defRPr sz="5665" kern="1200">
        <a:solidFill>
          <a:schemeClr val="tx1"/>
        </a:solidFill>
        <a:latin typeface="Arial" charset="0"/>
        <a:ea typeface="+mn-ea"/>
        <a:cs typeface="+mn-cs"/>
      </a:defRPr>
    </a:lvl6pPr>
    <a:lvl7pPr marL="9712918" algn="l" defTabSz="3237641" rtl="0" eaLnBrk="1" latinLnBrk="0" hangingPunct="1">
      <a:defRPr sz="5665" kern="1200">
        <a:solidFill>
          <a:schemeClr val="tx1"/>
        </a:solidFill>
        <a:latin typeface="Arial" charset="0"/>
        <a:ea typeface="+mn-ea"/>
        <a:cs typeface="+mn-cs"/>
      </a:defRPr>
    </a:lvl7pPr>
    <a:lvl8pPr marL="11331738" algn="l" defTabSz="3237641" rtl="0" eaLnBrk="1" latinLnBrk="0" hangingPunct="1">
      <a:defRPr sz="5665" kern="1200">
        <a:solidFill>
          <a:schemeClr val="tx1"/>
        </a:solidFill>
        <a:latin typeface="Arial" charset="0"/>
        <a:ea typeface="+mn-ea"/>
        <a:cs typeface="+mn-cs"/>
      </a:defRPr>
    </a:lvl8pPr>
    <a:lvl9pPr marL="12950557" algn="l" defTabSz="3237641" rtl="0" eaLnBrk="1" latinLnBrk="0" hangingPunct="1">
      <a:defRPr sz="5665" kern="1200">
        <a:solidFill>
          <a:schemeClr val="tx1"/>
        </a:solidFill>
        <a:latin typeface="Arial"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9D2D"/>
    <a:srgbClr val="6D6D6C"/>
    <a:srgbClr val="4D4E4D"/>
    <a:srgbClr val="32C8C8"/>
    <a:srgbClr val="33CCCC"/>
    <a:srgbClr val="FFB441"/>
    <a:srgbClr val="D6E4F2"/>
    <a:srgbClr val="69DCD9"/>
    <a:srgbClr val="AD73AC"/>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04" autoAdjust="0"/>
    <p:restoredTop sz="96327" autoAdjust="0"/>
  </p:normalViewPr>
  <p:slideViewPr>
    <p:cSldViewPr snapToGrid="0">
      <p:cViewPr varScale="1">
        <p:scale>
          <a:sx n="30" d="100"/>
          <a:sy n="30" d="100"/>
        </p:scale>
        <p:origin x="2376" y="132"/>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40" d="100"/>
        <a:sy n="140" d="100"/>
      </p:scale>
      <p:origin x="0" y="7120"/>
    </p:cViewPr>
  </p:sorterViewPr>
  <p:notesViewPr>
    <p:cSldViewPr snapToGrid="0">
      <p:cViewPr varScale="1">
        <p:scale>
          <a:sx n="81" d="100"/>
          <a:sy n="81" d="100"/>
        </p:scale>
        <p:origin x="-2268" y="-84"/>
      </p:cViewPr>
      <p:guideLst>
        <p:guide orient="horz" pos="2928"/>
        <p:guide pos="220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1.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customXml" Target="../customXml/item7.xml"/><Relationship Id="rId12"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handoutMaster" Target="handoutMasters/handoutMaster1.xml"/><Relationship Id="rId5" Type="http://schemas.openxmlformats.org/officeDocument/2006/relationships/customXml" Target="../customXml/item5.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cap="none" spc="20" baseline="0">
              <a:solidFill>
                <a:schemeClr val="tx1">
                  <a:lumMod val="50000"/>
                  <a:lumOff val="50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chemeClr>
              </a:solidFill>
              <a:round/>
            </a:ln>
            <a:effectLst>
              <a:outerShdw blurRad="40000" dist="20000" dir="5400000" rotWithShape="0">
                <a:srgbClr val="000000">
                  <a:alpha val="38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8DC9-496A-8731-FEE301E69604}"/>
            </c:ext>
          </c:extLst>
        </c:ser>
        <c:ser>
          <c:idx val="1"/>
          <c:order val="1"/>
          <c:tx>
            <c:strRef>
              <c:f>Sheet1!$C$1</c:f>
              <c:strCache>
                <c:ptCount val="1"/>
                <c:pt idx="0">
                  <c:v>Series 2</c:v>
                </c:pt>
              </c:strCache>
            </c:strRef>
          </c:tx>
          <c:spPr>
            <a:gradFill rotWithShape="1">
              <a:gsLst>
                <a:gs pos="0">
                  <a:schemeClr val="accent3">
                    <a:tint val="50000"/>
                    <a:satMod val="300000"/>
                  </a:schemeClr>
                </a:gs>
                <a:gs pos="35000">
                  <a:schemeClr val="accent3">
                    <a:tint val="37000"/>
                    <a:satMod val="300000"/>
                  </a:schemeClr>
                </a:gs>
                <a:gs pos="100000">
                  <a:schemeClr val="accent3">
                    <a:tint val="15000"/>
                    <a:satMod val="350000"/>
                  </a:schemeClr>
                </a:gs>
              </a:gsLst>
              <a:lin ang="16200000" scaled="1"/>
            </a:gradFill>
            <a:ln w="9525" cap="flat" cmpd="sng" algn="ctr">
              <a:solidFill>
                <a:schemeClr val="accent3">
                  <a:shade val="95000"/>
                </a:schemeClr>
              </a:solidFill>
              <a:round/>
            </a:ln>
            <a:effectLst>
              <a:outerShdw blurRad="40000" dist="20000" dir="5400000" rotWithShape="0">
                <a:srgbClr val="000000">
                  <a:alpha val="38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8DC9-496A-8731-FEE301E69604}"/>
            </c:ext>
          </c:extLst>
        </c:ser>
        <c:ser>
          <c:idx val="2"/>
          <c:order val="2"/>
          <c:tx>
            <c:strRef>
              <c:f>Sheet1!$D$1</c:f>
              <c:strCache>
                <c:ptCount val="1"/>
                <c:pt idx="0">
                  <c:v>Series 3</c:v>
                </c:pt>
              </c:strCache>
            </c:strRef>
          </c:tx>
          <c:spPr>
            <a:gradFill rotWithShape="1">
              <a:gsLst>
                <a:gs pos="0">
                  <a:schemeClr val="accent5">
                    <a:tint val="50000"/>
                    <a:satMod val="300000"/>
                  </a:schemeClr>
                </a:gs>
                <a:gs pos="35000">
                  <a:schemeClr val="accent5">
                    <a:tint val="37000"/>
                    <a:satMod val="300000"/>
                  </a:schemeClr>
                </a:gs>
                <a:gs pos="100000">
                  <a:schemeClr val="accent5">
                    <a:tint val="15000"/>
                    <a:satMod val="350000"/>
                  </a:schemeClr>
                </a:gs>
              </a:gsLst>
              <a:lin ang="16200000" scaled="1"/>
            </a:gradFill>
            <a:ln w="9525" cap="flat" cmpd="sng" algn="ctr">
              <a:solidFill>
                <a:schemeClr val="accent5">
                  <a:shade val="95000"/>
                </a:schemeClr>
              </a:solidFill>
              <a:round/>
            </a:ln>
            <a:effectLst>
              <a:outerShdw blurRad="40000" dist="20000" dir="5400000" rotWithShape="0">
                <a:srgbClr val="000000">
                  <a:alpha val="38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8DC9-496A-8731-FEE301E69604}"/>
            </c:ext>
          </c:extLst>
        </c:ser>
        <c:dLbls>
          <c:dLblPos val="outEnd"/>
          <c:showLegendKey val="0"/>
          <c:showVal val="1"/>
          <c:showCatName val="0"/>
          <c:showSerName val="0"/>
          <c:showPercent val="0"/>
          <c:showBubbleSize val="0"/>
        </c:dLbls>
        <c:gapWidth val="100"/>
        <c:overlap val="-24"/>
        <c:axId val="1396410704"/>
        <c:axId val="1368969488"/>
      </c:barChart>
      <c:catAx>
        <c:axId val="13964107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50000"/>
                    <a:lumOff val="50000"/>
                  </a:schemeClr>
                </a:solidFill>
                <a:latin typeface="+mn-lt"/>
                <a:ea typeface="+mn-ea"/>
                <a:cs typeface="+mn-cs"/>
              </a:defRPr>
            </a:pPr>
            <a:endParaRPr lang="en-US"/>
          </a:p>
        </c:txPr>
        <c:crossAx val="1368969488"/>
        <c:crosses val="autoZero"/>
        <c:auto val="1"/>
        <c:lblAlgn val="ctr"/>
        <c:lblOffset val="100"/>
        <c:noMultiLvlLbl val="0"/>
      </c:catAx>
      <c:valAx>
        <c:axId val="13689694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50000"/>
                    <a:lumOff val="50000"/>
                  </a:schemeClr>
                </a:solidFill>
                <a:latin typeface="+mn-lt"/>
                <a:ea typeface="+mn-ea"/>
                <a:cs typeface="+mn-cs"/>
              </a:defRPr>
            </a:pPr>
            <a:endParaRPr lang="en-US"/>
          </a:p>
        </c:txPr>
        <c:crossAx val="13964107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50000"/>
                  <a:lumOff val="50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1197"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862"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1197" kern="120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bwMode="auto">
          <a:xfrm>
            <a:off x="0" y="0"/>
            <a:ext cx="3038475" cy="465138"/>
          </a:xfrm>
          <a:prstGeom prst="rect">
            <a:avLst/>
          </a:prstGeom>
          <a:noFill/>
          <a:ln w="9525">
            <a:noFill/>
            <a:miter lim="800000"/>
            <a:headEnd/>
            <a:tailEnd/>
          </a:ln>
        </p:spPr>
        <p:txBody>
          <a:bodyPr vert="horz" wrap="square" lIns="93164" tIns="46582" rIns="93164" bIns="46582" numCol="1" anchor="t" anchorCtr="0" compatLnSpc="1">
            <a:prstTxWarp prst="textNoShape">
              <a:avLst/>
            </a:prstTxWarp>
          </a:bodyPr>
          <a:lstStyle>
            <a:lvl1pPr defTabSz="931863">
              <a:defRPr sz="1200"/>
            </a:lvl1pPr>
          </a:lstStyle>
          <a:p>
            <a:pPr>
              <a:defRPr/>
            </a:pPr>
            <a:endParaRPr lang="en-US"/>
          </a:p>
        </p:txBody>
      </p:sp>
      <p:sp>
        <p:nvSpPr>
          <p:cNvPr id="51203" name="Rectangle 3"/>
          <p:cNvSpPr>
            <a:spLocks noGrp="1" noChangeArrowheads="1"/>
          </p:cNvSpPr>
          <p:nvPr>
            <p:ph type="dt" sz="quarter" idx="1"/>
          </p:nvPr>
        </p:nvSpPr>
        <p:spPr bwMode="auto">
          <a:xfrm>
            <a:off x="3971925" y="0"/>
            <a:ext cx="3038475" cy="465138"/>
          </a:xfrm>
          <a:prstGeom prst="rect">
            <a:avLst/>
          </a:prstGeom>
          <a:noFill/>
          <a:ln w="9525">
            <a:noFill/>
            <a:miter lim="800000"/>
            <a:headEnd/>
            <a:tailEnd/>
          </a:ln>
        </p:spPr>
        <p:txBody>
          <a:bodyPr vert="horz" wrap="square" lIns="93164" tIns="46582" rIns="93164" bIns="46582" numCol="1" anchor="t" anchorCtr="0" compatLnSpc="1">
            <a:prstTxWarp prst="textNoShape">
              <a:avLst/>
            </a:prstTxWarp>
          </a:bodyPr>
          <a:lstStyle>
            <a:lvl1pPr algn="r" defTabSz="931863">
              <a:defRPr sz="1200"/>
            </a:lvl1pPr>
          </a:lstStyle>
          <a:p>
            <a:pPr>
              <a:defRPr/>
            </a:pPr>
            <a:endParaRPr lang="en-US"/>
          </a:p>
        </p:txBody>
      </p:sp>
      <p:sp>
        <p:nvSpPr>
          <p:cNvPr id="51204" name="Rectangle 4"/>
          <p:cNvSpPr>
            <a:spLocks noGrp="1" noChangeArrowheads="1"/>
          </p:cNvSpPr>
          <p:nvPr>
            <p:ph type="ftr" sz="quarter" idx="2"/>
          </p:nvPr>
        </p:nvSpPr>
        <p:spPr bwMode="auto">
          <a:xfrm>
            <a:off x="0" y="8831263"/>
            <a:ext cx="3038475" cy="465137"/>
          </a:xfrm>
          <a:prstGeom prst="rect">
            <a:avLst/>
          </a:prstGeom>
          <a:noFill/>
          <a:ln w="9525">
            <a:noFill/>
            <a:miter lim="800000"/>
            <a:headEnd/>
            <a:tailEnd/>
          </a:ln>
        </p:spPr>
        <p:txBody>
          <a:bodyPr vert="horz" wrap="square" lIns="93164" tIns="46582" rIns="93164" bIns="46582" numCol="1" anchor="b" anchorCtr="0" compatLnSpc="1">
            <a:prstTxWarp prst="textNoShape">
              <a:avLst/>
            </a:prstTxWarp>
          </a:bodyPr>
          <a:lstStyle>
            <a:lvl1pPr defTabSz="931863">
              <a:defRPr sz="1200"/>
            </a:lvl1pPr>
          </a:lstStyle>
          <a:p>
            <a:pPr>
              <a:defRPr/>
            </a:pPr>
            <a:endParaRPr lang="en-US"/>
          </a:p>
        </p:txBody>
      </p:sp>
      <p:sp>
        <p:nvSpPr>
          <p:cNvPr id="51205" name="Rectangle 5"/>
          <p:cNvSpPr>
            <a:spLocks noGrp="1" noChangeArrowheads="1"/>
          </p:cNvSpPr>
          <p:nvPr>
            <p:ph type="sldNum" sz="quarter" idx="3"/>
          </p:nvPr>
        </p:nvSpPr>
        <p:spPr bwMode="auto">
          <a:xfrm>
            <a:off x="3971925" y="8831263"/>
            <a:ext cx="3038475" cy="465137"/>
          </a:xfrm>
          <a:prstGeom prst="rect">
            <a:avLst/>
          </a:prstGeom>
          <a:noFill/>
          <a:ln w="9525">
            <a:noFill/>
            <a:miter lim="800000"/>
            <a:headEnd/>
            <a:tailEnd/>
          </a:ln>
        </p:spPr>
        <p:txBody>
          <a:bodyPr vert="horz" wrap="square" lIns="93164" tIns="46582" rIns="93164" bIns="46582" numCol="1" anchor="b" anchorCtr="0" compatLnSpc="1">
            <a:prstTxWarp prst="textNoShape">
              <a:avLst/>
            </a:prstTxWarp>
          </a:bodyPr>
          <a:lstStyle>
            <a:lvl1pPr algn="r" defTabSz="931863">
              <a:defRPr sz="1200"/>
            </a:lvl1pPr>
          </a:lstStyle>
          <a:p>
            <a:pPr>
              <a:defRPr/>
            </a:pPr>
            <a:fld id="{9FB021FE-9EB7-4E5C-BB0C-0290341750E5}" type="slidenum">
              <a:rPr lang="en-US"/>
              <a:pPr>
                <a:defRPr/>
              </a:pPr>
              <a:t>‹#›</a:t>
            </a:fld>
            <a:endParaRPr lang="en-US"/>
          </a:p>
        </p:txBody>
      </p:sp>
    </p:spTree>
    <p:extLst>
      <p:ext uri="{BB962C8B-B14F-4D97-AF65-F5344CB8AC3E}">
        <p14:creationId xmlns:p14="http://schemas.microsoft.com/office/powerpoint/2010/main" val="22173877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3038475" cy="465138"/>
          </a:xfrm>
          <a:prstGeom prst="rect">
            <a:avLst/>
          </a:prstGeom>
          <a:noFill/>
          <a:ln w="9525">
            <a:noFill/>
            <a:miter lim="800000"/>
            <a:headEnd/>
            <a:tailEnd/>
          </a:ln>
        </p:spPr>
        <p:txBody>
          <a:bodyPr vert="horz" wrap="square" lIns="93164" tIns="46582" rIns="93164" bIns="46582" numCol="1" anchor="t" anchorCtr="0" compatLnSpc="1">
            <a:prstTxWarp prst="textNoShape">
              <a:avLst/>
            </a:prstTxWarp>
          </a:bodyPr>
          <a:lstStyle>
            <a:lvl1pPr defTabSz="931863">
              <a:defRPr sz="1200"/>
            </a:lvl1pPr>
          </a:lstStyle>
          <a:p>
            <a:pPr>
              <a:defRPr/>
            </a:pPr>
            <a:endParaRPr lang="en-US"/>
          </a:p>
        </p:txBody>
      </p:sp>
      <p:sp>
        <p:nvSpPr>
          <p:cNvPr id="54275" name="Rectangle 3"/>
          <p:cNvSpPr>
            <a:spLocks noGrp="1" noChangeArrowheads="1"/>
          </p:cNvSpPr>
          <p:nvPr>
            <p:ph type="dt" idx="1"/>
          </p:nvPr>
        </p:nvSpPr>
        <p:spPr bwMode="auto">
          <a:xfrm>
            <a:off x="3971925" y="0"/>
            <a:ext cx="3038475" cy="465138"/>
          </a:xfrm>
          <a:prstGeom prst="rect">
            <a:avLst/>
          </a:prstGeom>
          <a:noFill/>
          <a:ln w="9525">
            <a:noFill/>
            <a:miter lim="800000"/>
            <a:headEnd/>
            <a:tailEnd/>
          </a:ln>
        </p:spPr>
        <p:txBody>
          <a:bodyPr vert="horz" wrap="square" lIns="93164" tIns="46582" rIns="93164" bIns="46582" numCol="1" anchor="t" anchorCtr="0" compatLnSpc="1">
            <a:prstTxWarp prst="textNoShape">
              <a:avLst/>
            </a:prstTxWarp>
          </a:bodyPr>
          <a:lstStyle>
            <a:lvl1pPr algn="r" defTabSz="931863">
              <a:defRPr sz="1200"/>
            </a:lvl1pPr>
          </a:lstStyle>
          <a:p>
            <a:pPr>
              <a:defRPr/>
            </a:pPr>
            <a:endParaRPr lang="en-US"/>
          </a:p>
        </p:txBody>
      </p:sp>
      <p:sp>
        <p:nvSpPr>
          <p:cNvPr id="8196" name="Rectangle 4"/>
          <p:cNvSpPr>
            <a:spLocks noGrp="1" noRot="1" noChangeAspect="1" noChangeArrowheads="1" noTextEdit="1"/>
          </p:cNvSpPr>
          <p:nvPr>
            <p:ph type="sldImg" idx="2"/>
          </p:nvPr>
        </p:nvSpPr>
        <p:spPr bwMode="auto">
          <a:xfrm>
            <a:off x="1246188" y="696913"/>
            <a:ext cx="4518025" cy="3486150"/>
          </a:xfrm>
          <a:prstGeom prst="rect">
            <a:avLst/>
          </a:prstGeom>
          <a:noFill/>
          <a:ln w="9525">
            <a:solidFill>
              <a:srgbClr val="000000"/>
            </a:solidFill>
            <a:miter lim="800000"/>
            <a:headEnd/>
            <a:tailEnd/>
          </a:ln>
        </p:spPr>
      </p:sp>
      <p:sp>
        <p:nvSpPr>
          <p:cNvPr id="54277" name="Rectangle 5"/>
          <p:cNvSpPr>
            <a:spLocks noGrp="1" noChangeArrowheads="1"/>
          </p:cNvSpPr>
          <p:nvPr>
            <p:ph type="body" sz="quarter" idx="3"/>
          </p:nvPr>
        </p:nvSpPr>
        <p:spPr bwMode="auto">
          <a:xfrm>
            <a:off x="935038" y="4416425"/>
            <a:ext cx="5140325" cy="4183063"/>
          </a:xfrm>
          <a:prstGeom prst="rect">
            <a:avLst/>
          </a:prstGeom>
          <a:noFill/>
          <a:ln w="9525">
            <a:noFill/>
            <a:miter lim="800000"/>
            <a:headEnd/>
            <a:tailEnd/>
          </a:ln>
        </p:spPr>
        <p:txBody>
          <a:bodyPr vert="horz" wrap="square" lIns="93164" tIns="46582" rIns="93164" bIns="4658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4278" name="Rectangle 6"/>
          <p:cNvSpPr>
            <a:spLocks noGrp="1" noChangeArrowheads="1"/>
          </p:cNvSpPr>
          <p:nvPr>
            <p:ph type="ftr" sz="quarter" idx="4"/>
          </p:nvPr>
        </p:nvSpPr>
        <p:spPr bwMode="auto">
          <a:xfrm>
            <a:off x="0" y="8831263"/>
            <a:ext cx="3038475" cy="465137"/>
          </a:xfrm>
          <a:prstGeom prst="rect">
            <a:avLst/>
          </a:prstGeom>
          <a:noFill/>
          <a:ln w="9525">
            <a:noFill/>
            <a:miter lim="800000"/>
            <a:headEnd/>
            <a:tailEnd/>
          </a:ln>
        </p:spPr>
        <p:txBody>
          <a:bodyPr vert="horz" wrap="square" lIns="93164" tIns="46582" rIns="93164" bIns="46582" numCol="1" anchor="b" anchorCtr="0" compatLnSpc="1">
            <a:prstTxWarp prst="textNoShape">
              <a:avLst/>
            </a:prstTxWarp>
          </a:bodyPr>
          <a:lstStyle>
            <a:lvl1pPr defTabSz="931863">
              <a:defRPr sz="1200"/>
            </a:lvl1pPr>
          </a:lstStyle>
          <a:p>
            <a:pPr>
              <a:defRPr/>
            </a:pPr>
            <a:endParaRPr lang="en-US"/>
          </a:p>
        </p:txBody>
      </p:sp>
      <p:sp>
        <p:nvSpPr>
          <p:cNvPr id="54279" name="Rectangle 7"/>
          <p:cNvSpPr>
            <a:spLocks noGrp="1" noChangeArrowheads="1"/>
          </p:cNvSpPr>
          <p:nvPr>
            <p:ph type="sldNum" sz="quarter" idx="5"/>
          </p:nvPr>
        </p:nvSpPr>
        <p:spPr bwMode="auto">
          <a:xfrm>
            <a:off x="3971925" y="8831263"/>
            <a:ext cx="3038475" cy="465137"/>
          </a:xfrm>
          <a:prstGeom prst="rect">
            <a:avLst/>
          </a:prstGeom>
          <a:noFill/>
          <a:ln w="9525">
            <a:noFill/>
            <a:miter lim="800000"/>
            <a:headEnd/>
            <a:tailEnd/>
          </a:ln>
        </p:spPr>
        <p:txBody>
          <a:bodyPr vert="horz" wrap="square" lIns="93164" tIns="46582" rIns="93164" bIns="46582" numCol="1" anchor="b" anchorCtr="0" compatLnSpc="1">
            <a:prstTxWarp prst="textNoShape">
              <a:avLst/>
            </a:prstTxWarp>
          </a:bodyPr>
          <a:lstStyle>
            <a:lvl1pPr algn="r" defTabSz="931863">
              <a:defRPr sz="1200"/>
            </a:lvl1pPr>
          </a:lstStyle>
          <a:p>
            <a:pPr>
              <a:defRPr/>
            </a:pPr>
            <a:fld id="{CE2FECC4-DAC2-40AD-A553-8B55346ACC9D}" type="slidenum">
              <a:rPr lang="en-US"/>
              <a:pPr>
                <a:defRPr/>
              </a:pPr>
              <a:t>‹#›</a:t>
            </a:fld>
            <a:endParaRPr lang="en-US"/>
          </a:p>
        </p:txBody>
      </p:sp>
    </p:spTree>
    <p:extLst>
      <p:ext uri="{BB962C8B-B14F-4D97-AF65-F5344CB8AC3E}">
        <p14:creationId xmlns:p14="http://schemas.microsoft.com/office/powerpoint/2010/main" val="2348609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4249" kern="1200">
        <a:solidFill>
          <a:schemeClr val="tx1"/>
        </a:solidFill>
        <a:latin typeface="Arial" charset="0"/>
        <a:ea typeface="+mn-ea"/>
        <a:cs typeface="+mn-cs"/>
      </a:defRPr>
    </a:lvl1pPr>
    <a:lvl2pPr marL="1618820" algn="l" rtl="0" eaLnBrk="0" fontAlgn="base" hangingPunct="0">
      <a:spcBef>
        <a:spcPct val="30000"/>
      </a:spcBef>
      <a:spcAft>
        <a:spcPct val="0"/>
      </a:spcAft>
      <a:defRPr sz="4249" kern="1200">
        <a:solidFill>
          <a:schemeClr val="tx1"/>
        </a:solidFill>
        <a:latin typeface="Arial" charset="0"/>
        <a:ea typeface="+mn-ea"/>
        <a:cs typeface="+mn-cs"/>
      </a:defRPr>
    </a:lvl2pPr>
    <a:lvl3pPr marL="3237641" algn="l" rtl="0" eaLnBrk="0" fontAlgn="base" hangingPunct="0">
      <a:spcBef>
        <a:spcPct val="30000"/>
      </a:spcBef>
      <a:spcAft>
        <a:spcPct val="0"/>
      </a:spcAft>
      <a:defRPr sz="4249" kern="1200">
        <a:solidFill>
          <a:schemeClr val="tx1"/>
        </a:solidFill>
        <a:latin typeface="Arial" charset="0"/>
        <a:ea typeface="+mn-ea"/>
        <a:cs typeface="+mn-cs"/>
      </a:defRPr>
    </a:lvl3pPr>
    <a:lvl4pPr marL="4856459" algn="l" rtl="0" eaLnBrk="0" fontAlgn="base" hangingPunct="0">
      <a:spcBef>
        <a:spcPct val="30000"/>
      </a:spcBef>
      <a:spcAft>
        <a:spcPct val="0"/>
      </a:spcAft>
      <a:defRPr sz="4249" kern="1200">
        <a:solidFill>
          <a:schemeClr val="tx1"/>
        </a:solidFill>
        <a:latin typeface="Arial" charset="0"/>
        <a:ea typeface="+mn-ea"/>
        <a:cs typeface="+mn-cs"/>
      </a:defRPr>
    </a:lvl4pPr>
    <a:lvl5pPr marL="6475278" algn="l" rtl="0" eaLnBrk="0" fontAlgn="base" hangingPunct="0">
      <a:spcBef>
        <a:spcPct val="30000"/>
      </a:spcBef>
      <a:spcAft>
        <a:spcPct val="0"/>
      </a:spcAft>
      <a:defRPr sz="4249" kern="1200">
        <a:solidFill>
          <a:schemeClr val="tx1"/>
        </a:solidFill>
        <a:latin typeface="Arial" charset="0"/>
        <a:ea typeface="+mn-ea"/>
        <a:cs typeface="+mn-cs"/>
      </a:defRPr>
    </a:lvl5pPr>
    <a:lvl6pPr marL="8094098" algn="l" defTabSz="3237641" rtl="0" eaLnBrk="1" latinLnBrk="0" hangingPunct="1">
      <a:defRPr sz="4249" kern="1200">
        <a:solidFill>
          <a:schemeClr val="tx1"/>
        </a:solidFill>
        <a:latin typeface="+mn-lt"/>
        <a:ea typeface="+mn-ea"/>
        <a:cs typeface="+mn-cs"/>
      </a:defRPr>
    </a:lvl6pPr>
    <a:lvl7pPr marL="9712918" algn="l" defTabSz="3237641" rtl="0" eaLnBrk="1" latinLnBrk="0" hangingPunct="1">
      <a:defRPr sz="4249" kern="1200">
        <a:solidFill>
          <a:schemeClr val="tx1"/>
        </a:solidFill>
        <a:latin typeface="+mn-lt"/>
        <a:ea typeface="+mn-ea"/>
        <a:cs typeface="+mn-cs"/>
      </a:defRPr>
    </a:lvl7pPr>
    <a:lvl8pPr marL="11331738" algn="l" defTabSz="3237641" rtl="0" eaLnBrk="1" latinLnBrk="0" hangingPunct="1">
      <a:defRPr sz="4249" kern="1200">
        <a:solidFill>
          <a:schemeClr val="tx1"/>
        </a:solidFill>
        <a:latin typeface="+mn-lt"/>
        <a:ea typeface="+mn-ea"/>
        <a:cs typeface="+mn-cs"/>
      </a:defRPr>
    </a:lvl8pPr>
    <a:lvl9pPr marL="12950557" algn="l" defTabSz="3237641" rtl="0" eaLnBrk="1" latinLnBrk="0" hangingPunct="1">
      <a:defRPr sz="424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6188" y="696913"/>
            <a:ext cx="4518025" cy="34861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CE2FECC4-DAC2-40AD-A553-8B55346ACC9D}" type="slidenum">
              <a:rPr lang="en-US" smtClean="0"/>
              <a:pPr>
                <a:defRPr/>
              </a:pPr>
              <a:t>1</a:t>
            </a:fld>
            <a:endParaRPr lang="en-US"/>
          </a:p>
        </p:txBody>
      </p:sp>
    </p:spTree>
    <p:extLst>
      <p:ext uri="{BB962C8B-B14F-4D97-AF65-F5344CB8AC3E}">
        <p14:creationId xmlns:p14="http://schemas.microsoft.com/office/powerpoint/2010/main" val="16039616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pic>
        <p:nvPicPr>
          <p:cNvPr id="4" name="Picture 3" descr="A black and white sign&#10;&#10;Description automatically generated with low confidence">
            <a:extLst>
              <a:ext uri="{FF2B5EF4-FFF2-40B4-BE49-F238E27FC236}">
                <a16:creationId xmlns:a16="http://schemas.microsoft.com/office/drawing/2014/main" id="{828383CF-864D-8A90-A15C-2FE93BF8F75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7284469" y="22715878"/>
            <a:ext cx="3976317" cy="992231"/>
          </a:xfrm>
          <a:prstGeom prst="rect">
            <a:avLst/>
          </a:prstGeom>
        </p:spPr>
      </p:pic>
      <p:sp>
        <p:nvSpPr>
          <p:cNvPr id="5" name="Title 4"/>
          <p:cNvSpPr>
            <a:spLocks noGrp="1"/>
          </p:cNvSpPr>
          <p:nvPr>
            <p:ph type="title" hasCustomPrompt="1"/>
          </p:nvPr>
        </p:nvSpPr>
        <p:spPr>
          <a:xfrm>
            <a:off x="757054" y="806688"/>
            <a:ext cx="25246201" cy="1246906"/>
          </a:xfrm>
        </p:spPr>
        <p:txBody>
          <a:bodyPr/>
          <a:lstStyle>
            <a:lvl1pPr>
              <a:defRPr sz="8750" spc="-146" baseline="0">
                <a:solidFill>
                  <a:schemeClr val="accent1"/>
                </a:solidFill>
              </a:defRPr>
            </a:lvl1pPr>
          </a:lstStyle>
          <a:p>
            <a:r>
              <a:rPr lang="en-US" dirty="0"/>
              <a:t>Click here to add title</a:t>
            </a:r>
          </a:p>
        </p:txBody>
      </p:sp>
      <p:sp>
        <p:nvSpPr>
          <p:cNvPr id="8" name="Text Placeholder 7"/>
          <p:cNvSpPr>
            <a:spLocks noGrp="1"/>
          </p:cNvSpPr>
          <p:nvPr>
            <p:ph type="body" sz="quarter" idx="11" hasCustomPrompt="1"/>
          </p:nvPr>
        </p:nvSpPr>
        <p:spPr>
          <a:xfrm>
            <a:off x="757054" y="2097887"/>
            <a:ext cx="25246201" cy="85050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buNone/>
              <a:defRPr lang="en-US" sz="5250" b="0" i="0" spc="-29" baseline="0" smtClean="0">
                <a:solidFill>
                  <a:srgbClr val="4D4E4D"/>
                </a:solidFill>
                <a:ea typeface="+mj-ea"/>
              </a:defRPr>
            </a:lvl1pPr>
            <a:lvl2pPr marL="989107" indent="0">
              <a:buNone/>
              <a:defRPr lang="en-US" sz="8400" b="1" kern="1200" smtClean="0">
                <a:latin typeface="Arial" charset="0"/>
                <a:ea typeface="+mn-ea"/>
                <a:cs typeface="+mn-cs"/>
              </a:defRPr>
            </a:lvl2pPr>
            <a:lvl3pPr marL="2378301" indent="0">
              <a:buNone/>
              <a:defRPr lang="en-US" sz="8400" b="1" kern="1200" smtClean="0">
                <a:latin typeface="Arial" charset="0"/>
                <a:ea typeface="+mn-ea"/>
                <a:cs typeface="+mn-cs"/>
              </a:defRPr>
            </a:lvl3pPr>
            <a:lvl4pPr marL="3978655" indent="0">
              <a:buNone/>
              <a:defRPr lang="en-US" sz="8400" b="1" kern="1200" smtClean="0">
                <a:latin typeface="Arial" charset="0"/>
                <a:ea typeface="+mn-ea"/>
                <a:cs typeface="+mn-cs"/>
              </a:defRPr>
            </a:lvl4pPr>
            <a:lvl5pPr marL="5579008" indent="0">
              <a:buNone/>
              <a:defRPr lang="en-US" sz="8400" b="1" kern="1200">
                <a:latin typeface="Arial" charset="0"/>
                <a:ea typeface="+mn-ea"/>
                <a:cs typeface="+mn-cs"/>
              </a:defRPr>
            </a:lvl5pPr>
          </a:lstStyle>
          <a:p>
            <a:pPr lvl="0">
              <a:spcBef>
                <a:spcPct val="0"/>
              </a:spcBef>
              <a:spcAft>
                <a:spcPct val="0"/>
              </a:spcAft>
            </a:pPr>
            <a:r>
              <a:rPr lang="en-US" dirty="0"/>
              <a:t>Click here to add authors</a:t>
            </a:r>
          </a:p>
        </p:txBody>
      </p:sp>
      <p:sp>
        <p:nvSpPr>
          <p:cNvPr id="9" name="Text Placeholder 7"/>
          <p:cNvSpPr>
            <a:spLocks noGrp="1"/>
          </p:cNvSpPr>
          <p:nvPr>
            <p:ph type="body" sz="quarter" idx="12" hasCustomPrompt="1"/>
          </p:nvPr>
        </p:nvSpPr>
        <p:spPr>
          <a:xfrm>
            <a:off x="757054" y="3143664"/>
            <a:ext cx="25246201" cy="66322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buNone/>
              <a:defRPr lang="en-US" sz="3208" b="0" i="0" spc="-15" baseline="0" smtClean="0">
                <a:solidFill>
                  <a:srgbClr val="4D4E4D"/>
                </a:solidFill>
                <a:ea typeface="+mj-ea"/>
              </a:defRPr>
            </a:lvl1pPr>
            <a:lvl2pPr marL="989107" indent="0">
              <a:buNone/>
              <a:defRPr lang="en-US" sz="8400" b="1" kern="1200" smtClean="0">
                <a:latin typeface="Arial" charset="0"/>
                <a:ea typeface="+mn-ea"/>
                <a:cs typeface="+mn-cs"/>
              </a:defRPr>
            </a:lvl2pPr>
            <a:lvl3pPr marL="2378301" indent="0">
              <a:buNone/>
              <a:defRPr lang="en-US" sz="8400" b="1" kern="1200" smtClean="0">
                <a:latin typeface="Arial" charset="0"/>
                <a:ea typeface="+mn-ea"/>
                <a:cs typeface="+mn-cs"/>
              </a:defRPr>
            </a:lvl3pPr>
            <a:lvl4pPr marL="3978655" indent="0">
              <a:buNone/>
              <a:defRPr lang="en-US" sz="8400" b="1" kern="1200" smtClean="0">
                <a:latin typeface="Arial" charset="0"/>
                <a:ea typeface="+mn-ea"/>
                <a:cs typeface="+mn-cs"/>
              </a:defRPr>
            </a:lvl4pPr>
            <a:lvl5pPr marL="5579008" indent="0">
              <a:buNone/>
              <a:defRPr lang="en-US" sz="8400" b="1" kern="1200">
                <a:latin typeface="Arial" charset="0"/>
                <a:ea typeface="+mn-ea"/>
                <a:cs typeface="+mn-cs"/>
              </a:defRPr>
            </a:lvl5pPr>
          </a:lstStyle>
          <a:p>
            <a:pPr lvl="0">
              <a:spcBef>
                <a:spcPct val="0"/>
              </a:spcBef>
              <a:spcAft>
                <a:spcPct val="0"/>
              </a:spcAft>
            </a:pPr>
            <a:r>
              <a:rPr lang="en-US" dirty="0"/>
              <a:t>Click here to add affiliations</a:t>
            </a:r>
          </a:p>
        </p:txBody>
      </p:sp>
      <p:sp>
        <p:nvSpPr>
          <p:cNvPr id="10" name="Text Placeholder 7"/>
          <p:cNvSpPr>
            <a:spLocks noGrp="1"/>
          </p:cNvSpPr>
          <p:nvPr>
            <p:ph type="body" sz="quarter" idx="13" hasCustomPrompt="1"/>
          </p:nvPr>
        </p:nvSpPr>
        <p:spPr>
          <a:xfrm>
            <a:off x="757052" y="4346642"/>
            <a:ext cx="7194233" cy="725904"/>
          </a:xfrm>
          <a:prstGeom prst="rect">
            <a:avLst/>
          </a:prstGeom>
          <a:solidFill>
            <a:srgbClr val="6D6D6C"/>
          </a:solidFill>
          <a:ln w="9525">
            <a:noFill/>
            <a:miter lim="800000"/>
            <a:headEnd/>
            <a:tailEnd/>
          </a:ln>
        </p:spPr>
        <p:txBody>
          <a:bodyPr vert="horz" wrap="square" lIns="274320" tIns="137160" rIns="274320" bIns="137160" numCol="1" anchor="t" anchorCtr="0" compatLnSpc="1">
            <a:prstTxWarp prst="textNoShape">
              <a:avLst/>
            </a:prstTxWarp>
            <a:spAutoFit/>
          </a:bodyPr>
          <a:lstStyle>
            <a:lvl1pPr>
              <a:defRPr lang="en-US" sz="2917" b="0" i="0" spc="0" dirty="0" smtClean="0">
                <a:solidFill>
                  <a:schemeClr val="bg1"/>
                </a:solidFill>
                <a:ea typeface="+mj-ea"/>
              </a:defRPr>
            </a:lvl1pPr>
          </a:lstStyle>
          <a:p>
            <a:pPr marL="0" lvl="0" indent="0" hangingPunct="0">
              <a:buNone/>
            </a:pPr>
            <a:r>
              <a:rPr lang="en-US" dirty="0"/>
              <a:t>INTRODUCTION OR ABSTRACT</a:t>
            </a:r>
          </a:p>
        </p:txBody>
      </p:sp>
      <p:sp>
        <p:nvSpPr>
          <p:cNvPr id="11" name="Text Placeholder 7"/>
          <p:cNvSpPr>
            <a:spLocks noGrp="1"/>
          </p:cNvSpPr>
          <p:nvPr>
            <p:ph type="body" sz="quarter" idx="14" hasCustomPrompt="1"/>
          </p:nvPr>
        </p:nvSpPr>
        <p:spPr>
          <a:xfrm>
            <a:off x="757052" y="5142154"/>
            <a:ext cx="7194233" cy="2530949"/>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813" rtl="0" eaLnBrk="1" fontAlgn="base" latinLnBrk="0" hangingPunct="1">
              <a:lnSpc>
                <a:spcPct val="97000"/>
              </a:lnSpc>
              <a:spcBef>
                <a:spcPct val="0"/>
              </a:spcBef>
              <a:spcAft>
                <a:spcPts val="1021"/>
              </a:spcAft>
              <a:buClr>
                <a:srgbClr val="F89D21"/>
              </a:buClr>
              <a:buSzPct val="90000"/>
              <a:buFont typeface="Arial-BoldMT" charset="0"/>
              <a:buNone/>
              <a:tabLst/>
              <a:defRPr lang="en-US" sz="2042" b="0" i="0" spc="-22" baseline="0" smtClean="0">
                <a:solidFill>
                  <a:srgbClr val="4D4E4D"/>
                </a:solidFill>
                <a:ea typeface="+mj-ea"/>
              </a:defRPr>
            </a:lvl1pPr>
            <a:lvl2pPr marL="989107" indent="0">
              <a:buNone/>
              <a:defRPr lang="en-US" sz="8400" b="1" kern="1200" smtClean="0">
                <a:latin typeface="Arial" charset="0"/>
                <a:ea typeface="+mn-ea"/>
                <a:cs typeface="+mn-cs"/>
              </a:defRPr>
            </a:lvl2pPr>
            <a:lvl3pPr marL="2378301" indent="0">
              <a:buNone/>
              <a:defRPr lang="en-US" sz="8400" b="1" kern="1200" smtClean="0">
                <a:latin typeface="Arial" charset="0"/>
                <a:ea typeface="+mn-ea"/>
                <a:cs typeface="+mn-cs"/>
              </a:defRPr>
            </a:lvl3pPr>
            <a:lvl4pPr marL="3978655" indent="0">
              <a:buNone/>
              <a:defRPr lang="en-US" sz="8400" b="1" kern="1200" smtClean="0">
                <a:latin typeface="Arial" charset="0"/>
                <a:ea typeface="+mn-ea"/>
                <a:cs typeface="+mn-cs"/>
              </a:defRPr>
            </a:lvl4pPr>
            <a:lvl5pPr marL="5579008" indent="0">
              <a:buNone/>
              <a:defRPr lang="en-US" sz="8400" b="1" kern="1200">
                <a:latin typeface="Arial" charset="0"/>
                <a:ea typeface="+mn-ea"/>
                <a:cs typeface="+mn-cs"/>
              </a:defRPr>
            </a:lvl5pPr>
          </a:lstStyle>
          <a:p>
            <a:pPr marL="0" marR="0" lvl="0" indent="0" algn="l" defTabSz="666813"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a:t>Type in or paste your text here Highlight this text and replace it with new text from a Microsoft Word document or other text-editing program. The text size for body copy and headings and the typeface has been set for you. If you  choose to change typefaces, use common ones such as Times, Arial, or Helvetica and keep the body text between 25 and 32 points. The text boxes and photo boxes may be resized, eliminated, or added as necessary. </a:t>
            </a:r>
          </a:p>
        </p:txBody>
      </p:sp>
      <p:sp>
        <p:nvSpPr>
          <p:cNvPr id="12" name="Text Placeholder 7"/>
          <p:cNvSpPr>
            <a:spLocks noGrp="1"/>
          </p:cNvSpPr>
          <p:nvPr>
            <p:ph type="body" sz="quarter" idx="15" hasCustomPrompt="1"/>
          </p:nvPr>
        </p:nvSpPr>
        <p:spPr>
          <a:xfrm>
            <a:off x="757052" y="9096213"/>
            <a:ext cx="7194233" cy="725904"/>
          </a:xfrm>
          <a:prstGeom prst="rect">
            <a:avLst/>
          </a:prstGeom>
          <a:solidFill>
            <a:srgbClr val="6D6D6C"/>
          </a:solidFill>
          <a:ln w="9525">
            <a:noFill/>
            <a:miter lim="800000"/>
            <a:headEnd/>
            <a:tailEnd/>
          </a:ln>
        </p:spPr>
        <p:txBody>
          <a:bodyPr vert="horz" wrap="square" lIns="274320" tIns="137160" rIns="274320" bIns="137160" numCol="1" anchor="t" anchorCtr="0" compatLnSpc="1">
            <a:prstTxWarp prst="textNoShape">
              <a:avLst/>
            </a:prstTxWarp>
            <a:spAutoFit/>
          </a:bodyPr>
          <a:lstStyle>
            <a:lvl1pPr>
              <a:defRPr lang="en-US" sz="2917" b="0" i="0" spc="0" dirty="0" smtClean="0">
                <a:solidFill>
                  <a:schemeClr val="bg1"/>
                </a:solidFill>
                <a:ea typeface="+mj-ea"/>
              </a:defRPr>
            </a:lvl1pPr>
          </a:lstStyle>
          <a:p>
            <a:pPr marL="0" lvl="0" indent="0" hangingPunct="0">
              <a:buNone/>
            </a:pPr>
            <a:r>
              <a:rPr lang="en-US" dirty="0"/>
              <a:t>OBJECTIVES (Click </a:t>
            </a:r>
            <a:r>
              <a:rPr lang="en-US"/>
              <a:t>to edit)</a:t>
            </a:r>
            <a:endParaRPr lang="en-US" dirty="0"/>
          </a:p>
        </p:txBody>
      </p:sp>
      <p:sp>
        <p:nvSpPr>
          <p:cNvPr id="13" name="Text Placeholder 7"/>
          <p:cNvSpPr>
            <a:spLocks noGrp="1"/>
          </p:cNvSpPr>
          <p:nvPr>
            <p:ph type="body" sz="quarter" idx="16" hasCustomPrompt="1"/>
          </p:nvPr>
        </p:nvSpPr>
        <p:spPr>
          <a:xfrm>
            <a:off x="8522534" y="4346642"/>
            <a:ext cx="7194233" cy="1174809"/>
          </a:xfrm>
          <a:prstGeom prst="rect">
            <a:avLst/>
          </a:prstGeom>
          <a:solidFill>
            <a:srgbClr val="6D6D6C"/>
          </a:solidFill>
          <a:ln w="9525">
            <a:noFill/>
            <a:miter lim="800000"/>
            <a:headEnd/>
            <a:tailEnd/>
          </a:ln>
        </p:spPr>
        <p:txBody>
          <a:bodyPr vert="horz" wrap="square" lIns="274320" tIns="137160" rIns="274320" bIns="137160" numCol="1" anchor="t" anchorCtr="0" compatLnSpc="1">
            <a:prstTxWarp prst="textNoShape">
              <a:avLst/>
            </a:prstTxWarp>
            <a:spAutoFit/>
          </a:bodyPr>
          <a:lstStyle>
            <a:lvl1pPr>
              <a:defRPr lang="en-US" sz="2917" b="0" i="0" spc="0" dirty="0" smtClean="0">
                <a:solidFill>
                  <a:schemeClr val="bg1"/>
                </a:solidFill>
                <a:ea typeface="+mj-ea"/>
              </a:defRPr>
            </a:lvl1pPr>
          </a:lstStyle>
          <a:p>
            <a:pPr marL="0" lvl="0" indent="0" hangingPunct="0">
              <a:buNone/>
            </a:pPr>
            <a:r>
              <a:rPr lang="en-US"/>
              <a:t>MATERIALS &amp; METHODS </a:t>
            </a:r>
            <a:r>
              <a:rPr lang="en-US" dirty="0"/>
              <a:t>(Click to edit)</a:t>
            </a:r>
          </a:p>
        </p:txBody>
      </p:sp>
      <p:sp>
        <p:nvSpPr>
          <p:cNvPr id="14" name="Text Placeholder 7"/>
          <p:cNvSpPr>
            <a:spLocks noGrp="1"/>
          </p:cNvSpPr>
          <p:nvPr>
            <p:ph type="body" sz="quarter" idx="17" hasCustomPrompt="1"/>
          </p:nvPr>
        </p:nvSpPr>
        <p:spPr>
          <a:xfrm>
            <a:off x="757052" y="9900407"/>
            <a:ext cx="7194233" cy="397160"/>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813" rtl="0" eaLnBrk="1" fontAlgn="base" latinLnBrk="0" hangingPunct="1">
              <a:lnSpc>
                <a:spcPct val="97000"/>
              </a:lnSpc>
              <a:spcBef>
                <a:spcPct val="0"/>
              </a:spcBef>
              <a:spcAft>
                <a:spcPct val="0"/>
              </a:spcAft>
              <a:buClr>
                <a:srgbClr val="F89D21"/>
              </a:buClr>
              <a:buSzPct val="90000"/>
              <a:buFont typeface="Arial-BoldMT" charset="0"/>
              <a:buNone/>
              <a:tabLst/>
              <a:defRPr lang="en-US" sz="2042" b="1" i="0" spc="-22" baseline="0" smtClean="0">
                <a:solidFill>
                  <a:srgbClr val="4D4E4D"/>
                </a:solidFill>
                <a:ea typeface="+mj-ea"/>
              </a:defRPr>
            </a:lvl1pPr>
            <a:lvl2pPr marL="989107" indent="0">
              <a:buNone/>
              <a:defRPr lang="en-US" sz="8400" b="1" kern="1200" smtClean="0">
                <a:latin typeface="Arial" charset="0"/>
                <a:ea typeface="+mn-ea"/>
                <a:cs typeface="+mn-cs"/>
              </a:defRPr>
            </a:lvl2pPr>
            <a:lvl3pPr marL="2378301" indent="0">
              <a:buNone/>
              <a:defRPr lang="en-US" sz="8400" b="1" kern="1200" smtClean="0">
                <a:latin typeface="Arial" charset="0"/>
                <a:ea typeface="+mn-ea"/>
                <a:cs typeface="+mn-cs"/>
              </a:defRPr>
            </a:lvl3pPr>
            <a:lvl4pPr marL="3978655" indent="0">
              <a:buNone/>
              <a:defRPr lang="en-US" sz="8400" b="1" kern="1200" smtClean="0">
                <a:latin typeface="Arial" charset="0"/>
                <a:ea typeface="+mn-ea"/>
                <a:cs typeface="+mn-cs"/>
              </a:defRPr>
            </a:lvl4pPr>
            <a:lvl5pPr marL="5579008" indent="0">
              <a:buNone/>
              <a:defRPr lang="en-US" sz="8400" b="1" kern="1200">
                <a:latin typeface="Arial" charset="0"/>
                <a:ea typeface="+mn-ea"/>
                <a:cs typeface="+mn-cs"/>
              </a:defRPr>
            </a:lvl5pPr>
          </a:lstStyle>
          <a:p>
            <a:pPr marL="0" marR="0" lvl="0" indent="0" algn="l" defTabSz="666813"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a:t>How to add Tables</a:t>
            </a:r>
          </a:p>
        </p:txBody>
      </p:sp>
      <p:sp>
        <p:nvSpPr>
          <p:cNvPr id="15" name="Text Placeholder 7"/>
          <p:cNvSpPr>
            <a:spLocks noGrp="1"/>
          </p:cNvSpPr>
          <p:nvPr>
            <p:ph type="body" sz="quarter" idx="18" hasCustomPrompt="1"/>
          </p:nvPr>
        </p:nvSpPr>
        <p:spPr>
          <a:xfrm>
            <a:off x="757052" y="10222831"/>
            <a:ext cx="7194233" cy="1006814"/>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813" rtl="0" eaLnBrk="1" fontAlgn="base" latinLnBrk="0" hangingPunct="1">
              <a:lnSpc>
                <a:spcPct val="97000"/>
              </a:lnSpc>
              <a:spcBef>
                <a:spcPct val="0"/>
              </a:spcBef>
              <a:spcAft>
                <a:spcPts val="1021"/>
              </a:spcAft>
              <a:buClr>
                <a:srgbClr val="F89D21"/>
              </a:buClr>
              <a:buSzPct val="90000"/>
              <a:buFont typeface="Arial-BoldMT" charset="0"/>
              <a:buNone/>
              <a:tabLst/>
              <a:defRPr lang="en-US" sz="2042" b="0" i="0" spc="-22" baseline="0" smtClean="0">
                <a:solidFill>
                  <a:srgbClr val="4D4E4D"/>
                </a:solidFill>
                <a:ea typeface="+mj-ea"/>
              </a:defRPr>
            </a:lvl1pPr>
            <a:lvl2pPr marL="989107" indent="0">
              <a:buNone/>
              <a:defRPr lang="en-US" sz="8400" b="1" kern="1200" smtClean="0">
                <a:latin typeface="Arial" charset="0"/>
                <a:ea typeface="+mn-ea"/>
                <a:cs typeface="+mn-cs"/>
              </a:defRPr>
            </a:lvl2pPr>
            <a:lvl3pPr marL="2378301" indent="0">
              <a:buNone/>
              <a:defRPr lang="en-US" sz="8400" b="1" kern="1200" smtClean="0">
                <a:latin typeface="Arial" charset="0"/>
                <a:ea typeface="+mn-ea"/>
                <a:cs typeface="+mn-cs"/>
              </a:defRPr>
            </a:lvl3pPr>
            <a:lvl4pPr marL="3978655" indent="0">
              <a:buNone/>
              <a:defRPr lang="en-US" sz="8400" b="1" kern="1200" smtClean="0">
                <a:latin typeface="Arial" charset="0"/>
                <a:ea typeface="+mn-ea"/>
                <a:cs typeface="+mn-cs"/>
              </a:defRPr>
            </a:lvl4pPr>
            <a:lvl5pPr marL="5579008" indent="0">
              <a:buNone/>
              <a:defRPr lang="en-US" sz="8400" b="1" kern="1200">
                <a:latin typeface="Arial" charset="0"/>
                <a:ea typeface="+mn-ea"/>
                <a:cs typeface="+mn-cs"/>
              </a:defRPr>
            </a:lvl5pPr>
          </a:lstStyle>
          <a:p>
            <a:pPr marL="0" marR="0" lvl="0" indent="0" algn="l" defTabSz="666813"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a:t>To add a table from scratch go to the INSERT menu and click on TABLE. A drop-down box will help you select rows and columns. </a:t>
            </a:r>
          </a:p>
        </p:txBody>
      </p:sp>
      <p:sp>
        <p:nvSpPr>
          <p:cNvPr id="16" name="Text Placeholder 7"/>
          <p:cNvSpPr>
            <a:spLocks noGrp="1"/>
          </p:cNvSpPr>
          <p:nvPr>
            <p:ph type="body" sz="quarter" idx="19" hasCustomPrompt="1"/>
          </p:nvPr>
        </p:nvSpPr>
        <p:spPr>
          <a:xfrm>
            <a:off x="757052" y="11381565"/>
            <a:ext cx="7194233" cy="1311641"/>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813" rtl="0" eaLnBrk="1" fontAlgn="base" latinLnBrk="0" hangingPunct="1">
              <a:lnSpc>
                <a:spcPct val="97000"/>
              </a:lnSpc>
              <a:spcBef>
                <a:spcPct val="0"/>
              </a:spcBef>
              <a:spcAft>
                <a:spcPts val="1021"/>
              </a:spcAft>
              <a:buClr>
                <a:srgbClr val="F89D21"/>
              </a:buClr>
              <a:buSzPct val="90000"/>
              <a:buFont typeface="Arial-BoldMT" charset="0"/>
              <a:buNone/>
              <a:tabLst/>
              <a:defRPr lang="en-US" sz="2042" b="0" i="0" spc="-22" baseline="0" smtClean="0">
                <a:solidFill>
                  <a:srgbClr val="4D4E4D"/>
                </a:solidFill>
                <a:ea typeface="+mj-ea"/>
              </a:defRPr>
            </a:lvl1pPr>
            <a:lvl2pPr marL="989107" indent="0">
              <a:buNone/>
              <a:defRPr lang="en-US" sz="8400" b="1" kern="1200" smtClean="0">
                <a:latin typeface="Arial" charset="0"/>
                <a:ea typeface="+mn-ea"/>
                <a:cs typeface="+mn-cs"/>
              </a:defRPr>
            </a:lvl2pPr>
            <a:lvl3pPr marL="2378301" indent="0">
              <a:buNone/>
              <a:defRPr lang="en-US" sz="8400" b="1" kern="1200" smtClean="0">
                <a:latin typeface="Arial" charset="0"/>
                <a:ea typeface="+mn-ea"/>
                <a:cs typeface="+mn-cs"/>
              </a:defRPr>
            </a:lvl3pPr>
            <a:lvl4pPr marL="3978655" indent="0">
              <a:buNone/>
              <a:defRPr lang="en-US" sz="8400" b="1" kern="1200" smtClean="0">
                <a:latin typeface="Arial" charset="0"/>
                <a:ea typeface="+mn-ea"/>
                <a:cs typeface="+mn-cs"/>
              </a:defRPr>
            </a:lvl4pPr>
            <a:lvl5pPr marL="5579008" indent="0">
              <a:buNone/>
              <a:defRPr lang="en-US" sz="8400" b="1" kern="1200">
                <a:latin typeface="Arial" charset="0"/>
                <a:ea typeface="+mn-ea"/>
                <a:cs typeface="+mn-cs"/>
              </a:defRPr>
            </a:lvl5pPr>
          </a:lstStyle>
          <a:p>
            <a:pPr marL="0" marR="0" lvl="0" indent="0" algn="l" defTabSz="666813"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a:t>You can also copy and a paste a table from Word or another PowerPoint document. A pasted table may need to be re-formatted by RIGHT-CLICK &gt; FORMAT SHAPE, TEXT BOX, Margins.</a:t>
            </a:r>
          </a:p>
        </p:txBody>
      </p:sp>
      <p:sp>
        <p:nvSpPr>
          <p:cNvPr id="18" name="Text Placeholder 7"/>
          <p:cNvSpPr>
            <a:spLocks noGrp="1"/>
          </p:cNvSpPr>
          <p:nvPr>
            <p:ph type="body" sz="quarter" idx="20" hasCustomPrompt="1"/>
          </p:nvPr>
        </p:nvSpPr>
        <p:spPr>
          <a:xfrm>
            <a:off x="16294501" y="4346639"/>
            <a:ext cx="7194233" cy="725904"/>
          </a:xfrm>
          <a:prstGeom prst="rect">
            <a:avLst/>
          </a:prstGeom>
          <a:solidFill>
            <a:srgbClr val="6D6D6C"/>
          </a:solidFill>
          <a:ln w="9525">
            <a:noFill/>
            <a:miter lim="800000"/>
            <a:headEnd/>
            <a:tailEnd/>
          </a:ln>
        </p:spPr>
        <p:txBody>
          <a:bodyPr vert="horz" wrap="square" lIns="274320" tIns="137160" rIns="274320" bIns="137160" numCol="1" anchor="t" anchorCtr="0" compatLnSpc="1">
            <a:prstTxWarp prst="textNoShape">
              <a:avLst/>
            </a:prstTxWarp>
            <a:spAutoFit/>
          </a:bodyPr>
          <a:lstStyle>
            <a:lvl1pPr>
              <a:defRPr lang="en-US" sz="2917" b="0" i="0" spc="0" dirty="0" smtClean="0">
                <a:solidFill>
                  <a:schemeClr val="bg1"/>
                </a:solidFill>
                <a:ea typeface="+mj-ea"/>
              </a:defRPr>
            </a:lvl1pPr>
          </a:lstStyle>
          <a:p>
            <a:pPr marL="0" lvl="0" indent="0" hangingPunct="0">
              <a:buNone/>
            </a:pPr>
            <a:r>
              <a:rPr lang="en-US"/>
              <a:t>RESULTS (Click </a:t>
            </a:r>
            <a:r>
              <a:rPr lang="en-US" dirty="0"/>
              <a:t>to edit)</a:t>
            </a:r>
          </a:p>
        </p:txBody>
      </p:sp>
      <p:sp>
        <p:nvSpPr>
          <p:cNvPr id="19" name="Text Placeholder 7"/>
          <p:cNvSpPr>
            <a:spLocks noGrp="1"/>
          </p:cNvSpPr>
          <p:nvPr>
            <p:ph type="body" sz="quarter" idx="21" hasCustomPrompt="1"/>
          </p:nvPr>
        </p:nvSpPr>
        <p:spPr>
          <a:xfrm>
            <a:off x="24066553" y="4346639"/>
            <a:ext cx="7194233" cy="725904"/>
          </a:xfrm>
          <a:prstGeom prst="rect">
            <a:avLst/>
          </a:prstGeom>
          <a:solidFill>
            <a:srgbClr val="6D6D6C"/>
          </a:solidFill>
          <a:ln w="9525">
            <a:noFill/>
            <a:miter lim="800000"/>
            <a:headEnd/>
            <a:tailEnd/>
          </a:ln>
        </p:spPr>
        <p:txBody>
          <a:bodyPr vert="horz" wrap="square" lIns="274320" tIns="137160" rIns="274320" bIns="137160" numCol="1" anchor="t" anchorCtr="0" compatLnSpc="1">
            <a:prstTxWarp prst="textNoShape">
              <a:avLst/>
            </a:prstTxWarp>
            <a:spAutoFit/>
          </a:bodyPr>
          <a:lstStyle>
            <a:lvl1pPr>
              <a:defRPr lang="en-US" sz="2917" b="0" i="0" spc="0" dirty="0" smtClean="0">
                <a:solidFill>
                  <a:schemeClr val="bg1"/>
                </a:solidFill>
                <a:ea typeface="+mj-ea"/>
              </a:defRPr>
            </a:lvl1pPr>
          </a:lstStyle>
          <a:p>
            <a:pPr marL="0" lvl="0" indent="0" hangingPunct="0">
              <a:buNone/>
            </a:pPr>
            <a:r>
              <a:rPr lang="en-US" dirty="0"/>
              <a:t>CONCLUSIONS (Click to edit)</a:t>
            </a:r>
          </a:p>
        </p:txBody>
      </p:sp>
      <p:sp>
        <p:nvSpPr>
          <p:cNvPr id="20" name="Text Placeholder 7"/>
          <p:cNvSpPr>
            <a:spLocks noGrp="1"/>
          </p:cNvSpPr>
          <p:nvPr>
            <p:ph type="body" sz="quarter" idx="22" hasCustomPrompt="1"/>
          </p:nvPr>
        </p:nvSpPr>
        <p:spPr>
          <a:xfrm>
            <a:off x="24066553" y="12313421"/>
            <a:ext cx="7194233" cy="725904"/>
          </a:xfrm>
          <a:prstGeom prst="rect">
            <a:avLst/>
          </a:prstGeom>
          <a:solidFill>
            <a:srgbClr val="6D6D6C"/>
          </a:solidFill>
          <a:ln w="9525">
            <a:noFill/>
            <a:miter lim="800000"/>
            <a:headEnd/>
            <a:tailEnd/>
          </a:ln>
        </p:spPr>
        <p:txBody>
          <a:bodyPr vert="horz" wrap="square" lIns="274320" tIns="137160" rIns="274320" bIns="137160" numCol="1" anchor="t" anchorCtr="0" compatLnSpc="1">
            <a:prstTxWarp prst="textNoShape">
              <a:avLst/>
            </a:prstTxWarp>
            <a:spAutoFit/>
          </a:bodyPr>
          <a:lstStyle>
            <a:lvl1pPr>
              <a:defRPr lang="en-US" sz="2917" b="0" i="0" spc="0" dirty="0" smtClean="0">
                <a:solidFill>
                  <a:schemeClr val="bg1"/>
                </a:solidFill>
                <a:ea typeface="+mj-ea"/>
              </a:defRPr>
            </a:lvl1pPr>
          </a:lstStyle>
          <a:p>
            <a:pPr marL="0" lvl="0" indent="0" hangingPunct="0">
              <a:buNone/>
            </a:pPr>
            <a:r>
              <a:rPr lang="en-US"/>
              <a:t>REFERENCES (Click </a:t>
            </a:r>
            <a:r>
              <a:rPr lang="en-US" dirty="0"/>
              <a:t>to edit)</a:t>
            </a:r>
          </a:p>
        </p:txBody>
      </p:sp>
      <p:sp>
        <p:nvSpPr>
          <p:cNvPr id="21" name="Text Placeholder 7"/>
          <p:cNvSpPr>
            <a:spLocks noGrp="1"/>
          </p:cNvSpPr>
          <p:nvPr>
            <p:ph type="body" sz="quarter" idx="23" hasCustomPrompt="1"/>
          </p:nvPr>
        </p:nvSpPr>
        <p:spPr>
          <a:xfrm>
            <a:off x="24066553" y="18015275"/>
            <a:ext cx="7194233" cy="1174809"/>
          </a:xfrm>
          <a:prstGeom prst="rect">
            <a:avLst/>
          </a:prstGeom>
          <a:solidFill>
            <a:srgbClr val="6D6D6C"/>
          </a:solidFill>
          <a:ln w="9525">
            <a:noFill/>
            <a:miter lim="800000"/>
            <a:headEnd/>
            <a:tailEnd/>
          </a:ln>
        </p:spPr>
        <p:txBody>
          <a:bodyPr vert="horz" wrap="square" lIns="274320" tIns="137160" rIns="274320" bIns="137160" numCol="1" anchor="t" anchorCtr="0" compatLnSpc="1">
            <a:prstTxWarp prst="textNoShape">
              <a:avLst/>
            </a:prstTxWarp>
            <a:spAutoFit/>
          </a:bodyPr>
          <a:lstStyle>
            <a:lvl1pPr>
              <a:defRPr lang="en-US" sz="2917" b="0" i="0" spc="0" dirty="0" smtClean="0">
                <a:solidFill>
                  <a:schemeClr val="bg1"/>
                </a:solidFill>
                <a:ea typeface="+mj-ea"/>
              </a:defRPr>
            </a:lvl1pPr>
          </a:lstStyle>
          <a:p>
            <a:pPr marL="0" lvl="0" indent="0" hangingPunct="0">
              <a:buNone/>
            </a:pPr>
            <a:r>
              <a:rPr lang="en-US"/>
              <a:t>ACKNOWLEDGEMENTS OR CONTACT</a:t>
            </a:r>
            <a:endParaRPr lang="en-US" dirty="0"/>
          </a:p>
        </p:txBody>
      </p:sp>
      <p:sp>
        <p:nvSpPr>
          <p:cNvPr id="24" name="Text Placeholder 7"/>
          <p:cNvSpPr>
            <a:spLocks noGrp="1"/>
          </p:cNvSpPr>
          <p:nvPr>
            <p:ph type="body" sz="quarter" idx="24" hasCustomPrompt="1"/>
          </p:nvPr>
        </p:nvSpPr>
        <p:spPr>
          <a:xfrm>
            <a:off x="757052" y="15901118"/>
            <a:ext cx="7194233" cy="397160"/>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813" rtl="0" eaLnBrk="1" fontAlgn="base" latinLnBrk="0" hangingPunct="1">
              <a:lnSpc>
                <a:spcPct val="97000"/>
              </a:lnSpc>
              <a:spcBef>
                <a:spcPct val="0"/>
              </a:spcBef>
              <a:spcAft>
                <a:spcPct val="0"/>
              </a:spcAft>
              <a:buClr>
                <a:srgbClr val="F89D21"/>
              </a:buClr>
              <a:buSzPct val="90000"/>
              <a:buFont typeface="Arial-BoldMT" charset="0"/>
              <a:buNone/>
              <a:tabLst/>
              <a:defRPr lang="en-US" sz="2042" b="1" i="0" spc="-22" baseline="0" smtClean="0">
                <a:solidFill>
                  <a:srgbClr val="4D4E4D"/>
                </a:solidFill>
                <a:ea typeface="+mj-ea"/>
              </a:defRPr>
            </a:lvl1pPr>
            <a:lvl2pPr marL="989107" indent="0">
              <a:buNone/>
              <a:defRPr lang="en-US" sz="8400" b="1" kern="1200" smtClean="0">
                <a:latin typeface="Arial" charset="0"/>
                <a:ea typeface="+mn-ea"/>
                <a:cs typeface="+mn-cs"/>
              </a:defRPr>
            </a:lvl2pPr>
            <a:lvl3pPr marL="2378301" indent="0">
              <a:buNone/>
              <a:defRPr lang="en-US" sz="8400" b="1" kern="1200" smtClean="0">
                <a:latin typeface="Arial" charset="0"/>
                <a:ea typeface="+mn-ea"/>
                <a:cs typeface="+mn-cs"/>
              </a:defRPr>
            </a:lvl3pPr>
            <a:lvl4pPr marL="3978655" indent="0">
              <a:buNone/>
              <a:defRPr lang="en-US" sz="8400" b="1" kern="1200" smtClean="0">
                <a:latin typeface="Arial" charset="0"/>
                <a:ea typeface="+mn-ea"/>
                <a:cs typeface="+mn-cs"/>
              </a:defRPr>
            </a:lvl4pPr>
            <a:lvl5pPr marL="5579008" indent="0">
              <a:buNone/>
              <a:defRPr lang="en-US" sz="8400" b="1" kern="1200">
                <a:latin typeface="Arial" charset="0"/>
                <a:ea typeface="+mn-ea"/>
                <a:cs typeface="+mn-cs"/>
              </a:defRPr>
            </a:lvl5pPr>
          </a:lstStyle>
          <a:p>
            <a:pPr marL="0" marR="0" lvl="0" indent="0" algn="l" defTabSz="666813"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a:t>Graphs / Charts</a:t>
            </a:r>
          </a:p>
        </p:txBody>
      </p:sp>
      <p:sp>
        <p:nvSpPr>
          <p:cNvPr id="25" name="Text Placeholder 7"/>
          <p:cNvSpPr>
            <a:spLocks noGrp="1"/>
          </p:cNvSpPr>
          <p:nvPr>
            <p:ph type="body" sz="quarter" idx="25" hasCustomPrompt="1"/>
          </p:nvPr>
        </p:nvSpPr>
        <p:spPr>
          <a:xfrm>
            <a:off x="757052" y="16223537"/>
            <a:ext cx="7194233" cy="1311641"/>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813" rtl="0" eaLnBrk="1" fontAlgn="base" latinLnBrk="0" hangingPunct="1">
              <a:lnSpc>
                <a:spcPct val="97000"/>
              </a:lnSpc>
              <a:spcBef>
                <a:spcPct val="0"/>
              </a:spcBef>
              <a:spcAft>
                <a:spcPts val="1021"/>
              </a:spcAft>
              <a:buClr>
                <a:srgbClr val="F89D21"/>
              </a:buClr>
              <a:buSzPct val="90000"/>
              <a:buFont typeface="Arial-BoldMT" charset="0"/>
              <a:buNone/>
              <a:tabLst/>
              <a:defRPr lang="en-US" sz="2042" b="0" i="0" spc="-22" baseline="0" smtClean="0">
                <a:solidFill>
                  <a:srgbClr val="4D4E4D"/>
                </a:solidFill>
                <a:ea typeface="+mj-ea"/>
              </a:defRPr>
            </a:lvl1pPr>
            <a:lvl2pPr marL="989107" indent="0">
              <a:buNone/>
              <a:defRPr lang="en-US" sz="8400" b="1" kern="1200" smtClean="0">
                <a:latin typeface="Arial" charset="0"/>
                <a:ea typeface="+mn-ea"/>
                <a:cs typeface="+mn-cs"/>
              </a:defRPr>
            </a:lvl2pPr>
            <a:lvl3pPr marL="2378301" indent="0">
              <a:buNone/>
              <a:defRPr lang="en-US" sz="8400" b="1" kern="1200" smtClean="0">
                <a:latin typeface="Arial" charset="0"/>
                <a:ea typeface="+mn-ea"/>
                <a:cs typeface="+mn-cs"/>
              </a:defRPr>
            </a:lvl3pPr>
            <a:lvl4pPr marL="3978655" indent="0">
              <a:buNone/>
              <a:defRPr lang="en-US" sz="8400" b="1" kern="1200" smtClean="0">
                <a:latin typeface="Arial" charset="0"/>
                <a:ea typeface="+mn-ea"/>
                <a:cs typeface="+mn-cs"/>
              </a:defRPr>
            </a:lvl4pPr>
            <a:lvl5pPr marL="5579008" indent="0">
              <a:buNone/>
              <a:defRPr lang="en-US" sz="8400" b="1" kern="1200">
                <a:latin typeface="Arial" charset="0"/>
                <a:ea typeface="+mn-ea"/>
                <a:cs typeface="+mn-cs"/>
              </a:defRPr>
            </a:lvl5pPr>
          </a:lstStyle>
          <a:p>
            <a:pPr marL="0" marR="0" lvl="0" indent="0" algn="l" defTabSz="666813"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a:t>You can simply copy and paste charts and graphs from Excel or Word. Some reformatting may be required depending on how the original document has been created.</a:t>
            </a:r>
          </a:p>
        </p:txBody>
      </p:sp>
      <p:sp>
        <p:nvSpPr>
          <p:cNvPr id="27" name="Text Placeholder 7"/>
          <p:cNvSpPr>
            <a:spLocks noGrp="1"/>
          </p:cNvSpPr>
          <p:nvPr>
            <p:ph type="body" sz="quarter" idx="27" hasCustomPrompt="1"/>
          </p:nvPr>
        </p:nvSpPr>
        <p:spPr>
          <a:xfrm>
            <a:off x="757052" y="17393395"/>
            <a:ext cx="7194233" cy="4359911"/>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813" rtl="0" eaLnBrk="1" fontAlgn="base" latinLnBrk="0" hangingPunct="1">
              <a:lnSpc>
                <a:spcPct val="97000"/>
              </a:lnSpc>
              <a:spcBef>
                <a:spcPct val="0"/>
              </a:spcBef>
              <a:spcAft>
                <a:spcPts val="1021"/>
              </a:spcAft>
              <a:buClr>
                <a:srgbClr val="F89D21"/>
              </a:buClr>
              <a:buSzPct val="90000"/>
              <a:buFont typeface="Arial-BoldMT" charset="0"/>
              <a:buNone/>
              <a:tabLst/>
              <a:defRPr lang="en-US" sz="2042" b="0" i="0" spc="-22" baseline="0" smtClean="0">
                <a:solidFill>
                  <a:srgbClr val="4D4E4D"/>
                </a:solidFill>
                <a:ea typeface="+mj-ea"/>
              </a:defRPr>
            </a:lvl1pPr>
            <a:lvl2pPr marL="989107" indent="0">
              <a:buNone/>
              <a:defRPr lang="en-US" sz="8400" b="1" kern="1200" smtClean="0">
                <a:latin typeface="Arial" charset="0"/>
                <a:ea typeface="+mn-ea"/>
                <a:cs typeface="+mn-cs"/>
              </a:defRPr>
            </a:lvl2pPr>
            <a:lvl3pPr marL="2378301" indent="0">
              <a:buNone/>
              <a:defRPr lang="en-US" sz="8400" b="1" kern="1200" smtClean="0">
                <a:latin typeface="Arial" charset="0"/>
                <a:ea typeface="+mn-ea"/>
                <a:cs typeface="+mn-cs"/>
              </a:defRPr>
            </a:lvl3pPr>
            <a:lvl4pPr marL="3978655" indent="0">
              <a:buNone/>
              <a:defRPr lang="en-US" sz="8400" b="1" kern="1200" smtClean="0">
                <a:latin typeface="Arial" charset="0"/>
                <a:ea typeface="+mn-ea"/>
                <a:cs typeface="+mn-cs"/>
              </a:defRPr>
            </a:lvl4pPr>
            <a:lvl5pPr marL="5579008" indent="0">
              <a:buNone/>
              <a:defRPr lang="en-US" sz="8400" b="1" kern="1200">
                <a:latin typeface="Arial" charset="0"/>
                <a:ea typeface="+mn-ea"/>
                <a:cs typeface="+mn-cs"/>
              </a:defRPr>
            </a:lvl5pPr>
          </a:lstStyle>
          <a:p>
            <a:pPr marL="0" marR="0" lvl="0" indent="0" algn="l" defTabSz="666813"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err="1"/>
              <a:t>Cullore</a:t>
            </a:r>
            <a:r>
              <a:rPr lang="en-US" dirty="0"/>
              <a:t> </a:t>
            </a:r>
            <a:r>
              <a:rPr lang="en-US" dirty="0" err="1"/>
              <a:t>nonsequis</a:t>
            </a:r>
            <a:r>
              <a:rPr lang="en-US" dirty="0"/>
              <a:t> mint </a:t>
            </a:r>
            <a:r>
              <a:rPr lang="en-US" dirty="0" err="1"/>
              <a:t>hari</a:t>
            </a:r>
            <a:r>
              <a:rPr lang="en-US" dirty="0"/>
              <a:t> </a:t>
            </a:r>
            <a:r>
              <a:rPr lang="en-US" dirty="0" err="1"/>
              <a:t>descieniet</a:t>
            </a:r>
            <a:r>
              <a:rPr lang="en-US" dirty="0"/>
              <a:t> </a:t>
            </a:r>
            <a:r>
              <a:rPr lang="en-US" dirty="0" err="1"/>
              <a:t>untis</a:t>
            </a:r>
            <a:r>
              <a:rPr lang="en-US" dirty="0"/>
              <a:t> ne </a:t>
            </a:r>
            <a:r>
              <a:rPr lang="en-US" dirty="0" err="1"/>
              <a:t>nisimai</a:t>
            </a:r>
            <a:r>
              <a:rPr lang="en-US" dirty="0"/>
              <a:t> </a:t>
            </a:r>
            <a:r>
              <a:rPr lang="en-US" dirty="0" err="1"/>
              <a:t>oriberene</a:t>
            </a:r>
            <a:r>
              <a:rPr lang="en-US" dirty="0"/>
              <a:t> </a:t>
            </a:r>
            <a:r>
              <a:rPr lang="en-US" dirty="0" err="1"/>
              <a:t>volorporem</a:t>
            </a:r>
            <a:r>
              <a:rPr lang="en-US" dirty="0"/>
              <a:t> </a:t>
            </a:r>
            <a:r>
              <a:rPr lang="en-US" dirty="0" err="1"/>
              <a:t>quia</a:t>
            </a:r>
            <a:r>
              <a:rPr lang="en-US" dirty="0"/>
              <a:t> </a:t>
            </a:r>
            <a:r>
              <a:rPr lang="en-US" dirty="0" err="1"/>
              <a:t>prore</a:t>
            </a:r>
            <a:r>
              <a:rPr lang="en-US" dirty="0"/>
              <a:t> </a:t>
            </a:r>
            <a:r>
              <a:rPr lang="en-US" dirty="0" err="1"/>
              <a:t>volorestrum</a:t>
            </a:r>
            <a:r>
              <a:rPr lang="en-US" dirty="0"/>
              <a:t> quae </a:t>
            </a:r>
            <a:r>
              <a:rPr lang="en-US" dirty="0" err="1"/>
              <a:t>es</a:t>
            </a:r>
            <a:r>
              <a:rPr lang="en-US" dirty="0"/>
              <a:t> </a:t>
            </a:r>
            <a:r>
              <a:rPr lang="en-US" dirty="0" err="1"/>
              <a:t>eum</a:t>
            </a:r>
            <a:r>
              <a:rPr lang="en-US" dirty="0"/>
              <a:t> </a:t>
            </a:r>
            <a:r>
              <a:rPr lang="en-US" dirty="0" err="1"/>
              <a:t>elent</a:t>
            </a:r>
            <a:r>
              <a:rPr lang="en-US" dirty="0"/>
              <a:t> </a:t>
            </a:r>
            <a:r>
              <a:rPr lang="en-US" dirty="0" err="1"/>
              <a:t>verspicatia</a:t>
            </a:r>
            <a:r>
              <a:rPr lang="en-US" dirty="0"/>
              <a:t> </a:t>
            </a:r>
            <a:r>
              <a:rPr lang="en-US" dirty="0" err="1"/>
              <a:t>entiorr</a:t>
            </a:r>
            <a:r>
              <a:rPr lang="en-US" dirty="0"/>
              <a:t> </a:t>
            </a:r>
            <a:r>
              <a:rPr lang="en-US" dirty="0" err="1"/>
              <a:t>oviduciis</a:t>
            </a:r>
            <a:r>
              <a:rPr lang="en-US" dirty="0"/>
              <a:t> pro </a:t>
            </a:r>
            <a:r>
              <a:rPr lang="en-US" dirty="0" err="1"/>
              <a:t>odi</a:t>
            </a:r>
            <a:r>
              <a:rPr lang="en-US" dirty="0"/>
              <a:t> </a:t>
            </a:r>
            <a:r>
              <a:rPr lang="en-US" dirty="0" err="1"/>
              <a:t>nulliqui</a:t>
            </a:r>
            <a:r>
              <a:rPr lang="en-US" dirty="0"/>
              <a:t> </a:t>
            </a:r>
            <a:r>
              <a:rPr lang="en-US" dirty="0" err="1"/>
              <a:t>duciuntiam</a:t>
            </a:r>
            <a:r>
              <a:rPr lang="en-US" dirty="0"/>
              <a:t>, </a:t>
            </a:r>
            <a:r>
              <a:rPr lang="en-US" dirty="0" err="1"/>
              <a:t>sam</a:t>
            </a:r>
            <a:r>
              <a:rPr lang="en-US" dirty="0"/>
              <a:t>, quo test </a:t>
            </a:r>
            <a:r>
              <a:rPr lang="en-US" dirty="0" err="1"/>
              <a:t>autaquo</a:t>
            </a:r>
            <a:r>
              <a:rPr lang="en-US" dirty="0"/>
              <a:t> quod </a:t>
            </a:r>
            <a:r>
              <a:rPr lang="en-US" dirty="0" err="1"/>
              <a:t>eum</a:t>
            </a:r>
            <a:r>
              <a:rPr lang="en-US" dirty="0"/>
              <a:t> </a:t>
            </a:r>
            <a:r>
              <a:rPr lang="en-US" dirty="0" err="1"/>
              <a:t>asperi</a:t>
            </a:r>
            <a:r>
              <a:rPr lang="en-US" dirty="0"/>
              <a:t> as </a:t>
            </a:r>
            <a:r>
              <a:rPr lang="en-US" dirty="0" err="1"/>
              <a:t>dolut</a:t>
            </a:r>
            <a:r>
              <a:rPr lang="en-US" dirty="0"/>
              <a:t> quos </a:t>
            </a:r>
            <a:r>
              <a:rPr lang="en-US" dirty="0" err="1"/>
              <a:t>voluptatur</a:t>
            </a:r>
            <a:r>
              <a:rPr lang="en-US" dirty="0"/>
              <a:t> </a:t>
            </a:r>
            <a:r>
              <a:rPr lang="en-US" dirty="0" err="1"/>
              <a:t>aut</a:t>
            </a:r>
            <a:r>
              <a:rPr lang="en-US" dirty="0"/>
              <a:t> quae </a:t>
            </a:r>
            <a:r>
              <a:rPr lang="en-US" dirty="0" err="1"/>
              <a:t>sint</a:t>
            </a:r>
            <a:r>
              <a:rPr lang="en-US" dirty="0"/>
              <a:t> </a:t>
            </a:r>
            <a:r>
              <a:rPr lang="en-US" dirty="0" err="1"/>
              <a:t>erum</a:t>
            </a:r>
            <a:r>
              <a:rPr lang="en-US" dirty="0"/>
              <a:t> </a:t>
            </a:r>
            <a:r>
              <a:rPr lang="en-US" dirty="0" err="1"/>
              <a:t>eos</a:t>
            </a:r>
            <a:r>
              <a:rPr lang="en-US" dirty="0"/>
              <a:t> </a:t>
            </a:r>
            <a:r>
              <a:rPr lang="en-US" dirty="0" err="1"/>
              <a:t>aborporesti</a:t>
            </a:r>
            <a:r>
              <a:rPr lang="en-US" dirty="0"/>
              <a:t> </a:t>
            </a:r>
            <a:r>
              <a:rPr lang="en-US" dirty="0" err="1"/>
              <a:t>dolum</a:t>
            </a:r>
            <a:r>
              <a:rPr lang="en-US" dirty="0"/>
              <a:t>, que pa </a:t>
            </a:r>
            <a:r>
              <a:rPr lang="en-US" dirty="0" err="1"/>
              <a:t>conecabore</a:t>
            </a:r>
            <a:r>
              <a:rPr lang="en-US" dirty="0"/>
              <a:t> </a:t>
            </a:r>
            <a:r>
              <a:rPr lang="en-US" dirty="0" err="1"/>
              <a:t>nullut</a:t>
            </a:r>
            <a:r>
              <a:rPr lang="en-US" dirty="0"/>
              <a:t> </a:t>
            </a:r>
            <a:r>
              <a:rPr lang="en-US" dirty="0" err="1"/>
              <a:t>ipsae</a:t>
            </a:r>
            <a:r>
              <a:rPr lang="en-US" dirty="0"/>
              <a:t> </a:t>
            </a:r>
            <a:r>
              <a:rPr lang="en-US" dirty="0" err="1"/>
              <a:t>nis</a:t>
            </a:r>
            <a:r>
              <a:rPr lang="en-US" dirty="0"/>
              <a:t> </a:t>
            </a:r>
            <a:r>
              <a:rPr lang="en-US" dirty="0" err="1"/>
              <a:t>debis</a:t>
            </a:r>
            <a:r>
              <a:rPr lang="en-US" dirty="0"/>
              <a:t> </a:t>
            </a:r>
            <a:r>
              <a:rPr lang="en-US" dirty="0" err="1"/>
              <a:t>adi</a:t>
            </a:r>
            <a:r>
              <a:rPr lang="en-US" dirty="0"/>
              <a:t> non </a:t>
            </a:r>
            <a:r>
              <a:rPr lang="en-US" dirty="0" err="1"/>
              <a:t>reperios</a:t>
            </a:r>
            <a:r>
              <a:rPr lang="en-US" dirty="0"/>
              <a:t> </a:t>
            </a:r>
            <a:r>
              <a:rPr lang="en-US" dirty="0" err="1"/>
              <a:t>etur</a:t>
            </a:r>
            <a:r>
              <a:rPr lang="en-US" dirty="0"/>
              <a:t> </a:t>
            </a:r>
            <a:r>
              <a:rPr lang="en-US" dirty="0" err="1"/>
              <a:t>rerum</a:t>
            </a:r>
            <a:r>
              <a:rPr lang="en-US" dirty="0"/>
              <a:t> </a:t>
            </a:r>
            <a:r>
              <a:rPr lang="en-US" dirty="0" err="1"/>
              <a:t>vellabo</a:t>
            </a:r>
            <a:r>
              <a:rPr lang="en-US" dirty="0"/>
              <a:t>. </a:t>
            </a:r>
            <a:r>
              <a:rPr lang="en-US" dirty="0" err="1"/>
              <a:t>Ut</a:t>
            </a:r>
            <a:r>
              <a:rPr lang="en-US" dirty="0"/>
              <a:t> </a:t>
            </a:r>
            <a:r>
              <a:rPr lang="en-US" dirty="0" err="1"/>
              <a:t>dolorepudis</a:t>
            </a:r>
            <a:r>
              <a:rPr lang="en-US" dirty="0"/>
              <a:t> </a:t>
            </a:r>
            <a:r>
              <a:rPr lang="en-US" dirty="0" err="1"/>
              <a:t>volorep</a:t>
            </a:r>
            <a:r>
              <a:rPr lang="en-US" dirty="0"/>
              <a:t> </a:t>
            </a:r>
            <a:r>
              <a:rPr lang="en-US" dirty="0" err="1"/>
              <a:t>elignisciet</a:t>
            </a:r>
            <a:r>
              <a:rPr lang="en-US" dirty="0"/>
              <a:t> et </a:t>
            </a:r>
            <a:r>
              <a:rPr lang="en-US" dirty="0" err="1"/>
              <a:t>lis</a:t>
            </a:r>
            <a:r>
              <a:rPr lang="en-US" dirty="0"/>
              <a:t> </a:t>
            </a:r>
            <a:r>
              <a:rPr lang="en-US" dirty="0" err="1"/>
              <a:t>consequis</a:t>
            </a:r>
            <a:r>
              <a:rPr lang="en-US" dirty="0"/>
              <a:t> </a:t>
            </a:r>
            <a:r>
              <a:rPr lang="en-US" dirty="0" err="1"/>
              <a:t>dem</a:t>
            </a:r>
            <a:r>
              <a:rPr lang="en-US" dirty="0"/>
              <a:t> </a:t>
            </a:r>
            <a:r>
              <a:rPr lang="en-US" dirty="0" err="1"/>
              <a:t>laut</a:t>
            </a:r>
            <a:r>
              <a:rPr lang="en-US" dirty="0"/>
              <a:t> </a:t>
            </a:r>
            <a:r>
              <a:rPr lang="en-US" dirty="0" err="1"/>
              <a:t>exera</a:t>
            </a:r>
            <a:r>
              <a:rPr lang="en-US" dirty="0"/>
              <a:t> </a:t>
            </a:r>
            <a:r>
              <a:rPr lang="en-US" dirty="0" err="1"/>
              <a:t>cupta</a:t>
            </a:r>
            <a:r>
              <a:rPr lang="en-US" dirty="0"/>
              <a:t> </a:t>
            </a:r>
            <a:r>
              <a:rPr lang="en-US" dirty="0" err="1"/>
              <a:t>voloresequat</a:t>
            </a:r>
            <a:r>
              <a:rPr lang="en-US" dirty="0"/>
              <a:t> </a:t>
            </a:r>
            <a:r>
              <a:rPr lang="en-US" dirty="0" err="1"/>
              <a:t>quia</a:t>
            </a:r>
            <a:r>
              <a:rPr lang="en-US" dirty="0"/>
              <a:t> </a:t>
            </a:r>
            <a:r>
              <a:rPr lang="en-US" dirty="0" err="1"/>
              <a:t>volenime</a:t>
            </a:r>
            <a:r>
              <a:rPr lang="en-US" dirty="0"/>
              <a:t> </a:t>
            </a:r>
            <a:r>
              <a:rPr lang="en-US" dirty="0" err="1"/>
              <a:t>essum</a:t>
            </a:r>
            <a:r>
              <a:rPr lang="en-US" dirty="0"/>
              <a:t> que </a:t>
            </a:r>
            <a:r>
              <a:rPr lang="en-US" dirty="0" err="1"/>
              <a:t>preriatiisim</a:t>
            </a:r>
            <a:r>
              <a:rPr lang="en-US" dirty="0"/>
              <a:t> </a:t>
            </a:r>
            <a:r>
              <a:rPr lang="en-US" dirty="0" err="1"/>
              <a:t>fuga</a:t>
            </a:r>
            <a:r>
              <a:rPr lang="en-US" dirty="0"/>
              <a:t>. </a:t>
            </a:r>
            <a:r>
              <a:rPr lang="en-US" dirty="0" err="1"/>
              <a:t>Ut</a:t>
            </a:r>
            <a:r>
              <a:rPr lang="en-US" dirty="0"/>
              <a:t> </a:t>
            </a:r>
            <a:r>
              <a:rPr lang="en-US" dirty="0" err="1"/>
              <a:t>eum</a:t>
            </a:r>
            <a:r>
              <a:rPr lang="en-US" dirty="0"/>
              <a:t> in nihil </a:t>
            </a:r>
            <a:r>
              <a:rPr lang="en-US" dirty="0" err="1"/>
              <a:t>ipsam</a:t>
            </a:r>
            <a:r>
              <a:rPr lang="en-US" dirty="0"/>
              <a:t>, </a:t>
            </a:r>
            <a:r>
              <a:rPr lang="en-US" dirty="0" err="1"/>
              <a:t>sanim</a:t>
            </a:r>
            <a:r>
              <a:rPr lang="en-US" dirty="0"/>
              <a:t> et que </a:t>
            </a:r>
            <a:r>
              <a:rPr lang="en-US" dirty="0" err="1"/>
              <a:t>simi</a:t>
            </a:r>
            <a:r>
              <a:rPr lang="en-US" dirty="0"/>
              <a:t>, </a:t>
            </a:r>
            <a:r>
              <a:rPr lang="en-US" dirty="0" err="1"/>
              <a:t>temquatur</a:t>
            </a:r>
            <a:r>
              <a:rPr lang="en-US" dirty="0"/>
              <a:t> </a:t>
            </a:r>
            <a:r>
              <a:rPr lang="en-US" dirty="0" err="1"/>
              <a:t>mincium</a:t>
            </a:r>
            <a:r>
              <a:rPr lang="en-US" dirty="0"/>
              <a:t> </a:t>
            </a:r>
            <a:r>
              <a:rPr lang="en-US" dirty="0" err="1"/>
              <a:t>harchita</a:t>
            </a:r>
            <a:r>
              <a:rPr lang="en-US" dirty="0"/>
              <a:t> </a:t>
            </a:r>
            <a:r>
              <a:rPr lang="en-US" dirty="0" err="1"/>
              <a:t>nonsequis</a:t>
            </a:r>
            <a:r>
              <a:rPr lang="en-US" dirty="0"/>
              <a:t> </a:t>
            </a:r>
            <a:r>
              <a:rPr lang="en-US" dirty="0" err="1"/>
              <a:t>quis</a:t>
            </a:r>
            <a:r>
              <a:rPr lang="en-US" dirty="0"/>
              <a:t> </a:t>
            </a:r>
            <a:r>
              <a:rPr lang="en-US" dirty="0" err="1"/>
              <a:t>ra</a:t>
            </a:r>
            <a:r>
              <a:rPr lang="en-US" dirty="0"/>
              <a:t> </a:t>
            </a:r>
            <a:r>
              <a:rPr lang="en-US" dirty="0" err="1"/>
              <a:t>debisim</a:t>
            </a:r>
            <a:r>
              <a:rPr lang="en-US" dirty="0"/>
              <a:t> </a:t>
            </a:r>
            <a:r>
              <a:rPr lang="en-US" dirty="0" err="1"/>
              <a:t>illuptam</a:t>
            </a:r>
            <a:r>
              <a:rPr lang="en-US" dirty="0"/>
              <a:t> que </a:t>
            </a:r>
            <a:r>
              <a:rPr lang="en-US" dirty="0" err="1"/>
              <a:t>occustis</a:t>
            </a:r>
            <a:r>
              <a:rPr lang="en-US" dirty="0"/>
              <a:t> </a:t>
            </a:r>
            <a:r>
              <a:rPr lang="en-US" dirty="0" err="1"/>
              <a:t>disinvelit</a:t>
            </a:r>
            <a:r>
              <a:rPr lang="en-US" dirty="0"/>
              <a:t> </a:t>
            </a:r>
            <a:r>
              <a:rPr lang="en-US" dirty="0" err="1"/>
              <a:t>amustium</a:t>
            </a:r>
            <a:r>
              <a:rPr lang="en-US" dirty="0"/>
              <a:t> </a:t>
            </a:r>
            <a:r>
              <a:rPr lang="en-US" dirty="0" err="1"/>
              <a:t>etur</a:t>
            </a:r>
            <a:r>
              <a:rPr lang="en-US" dirty="0"/>
              <a:t> </a:t>
            </a:r>
            <a:r>
              <a:rPr lang="en-US" dirty="0" err="1"/>
              <a:t>sunt</a:t>
            </a:r>
            <a:r>
              <a:rPr lang="en-US" dirty="0"/>
              <a:t> et </a:t>
            </a:r>
            <a:r>
              <a:rPr lang="en-US" dirty="0" err="1"/>
              <a:t>harum</a:t>
            </a:r>
            <a:r>
              <a:rPr lang="en-US" dirty="0"/>
              <a:t> rem. </a:t>
            </a:r>
            <a:r>
              <a:rPr lang="en-US" dirty="0" err="1"/>
              <a:t>Ita</a:t>
            </a:r>
            <a:r>
              <a:rPr lang="en-US" dirty="0"/>
              <a:t> </a:t>
            </a:r>
            <a:r>
              <a:rPr lang="en-US" dirty="0" err="1"/>
              <a:t>arior</a:t>
            </a:r>
            <a:r>
              <a:rPr lang="en-US" dirty="0"/>
              <a:t> rem </a:t>
            </a:r>
            <a:r>
              <a:rPr lang="en-US" dirty="0" err="1"/>
              <a:t>laborernate</a:t>
            </a:r>
            <a:r>
              <a:rPr lang="en-US" dirty="0"/>
              <a:t> doles </a:t>
            </a:r>
            <a:r>
              <a:rPr lang="en-US" dirty="0" err="1"/>
              <a:t>aboreris</a:t>
            </a:r>
            <a:r>
              <a:rPr lang="en-US" dirty="0"/>
              <a:t> </a:t>
            </a:r>
            <a:r>
              <a:rPr lang="en-US" dirty="0" err="1"/>
              <a:t>mo</a:t>
            </a:r>
            <a:r>
              <a:rPr lang="en-US" dirty="0"/>
              <a:t> beat </a:t>
            </a:r>
            <a:r>
              <a:rPr lang="en-US" dirty="0" err="1"/>
              <a:t>estia</a:t>
            </a:r>
            <a:r>
              <a:rPr lang="en-US" dirty="0"/>
              <a:t> sin </a:t>
            </a:r>
            <a:r>
              <a:rPr lang="en-US" dirty="0" err="1"/>
              <a:t>remquosam</a:t>
            </a:r>
            <a:r>
              <a:rPr lang="en-US" dirty="0"/>
              <a:t> </a:t>
            </a:r>
            <a:r>
              <a:rPr lang="en-US" dirty="0" err="1"/>
              <a:t>nobis</a:t>
            </a:r>
            <a:r>
              <a:rPr lang="en-US" dirty="0"/>
              <a:t> </a:t>
            </a:r>
            <a:r>
              <a:rPr lang="en-US" dirty="0" err="1"/>
              <a:t>num</a:t>
            </a:r>
            <a:r>
              <a:rPr lang="en-US" dirty="0"/>
              <a:t> </a:t>
            </a:r>
            <a:r>
              <a:rPr lang="en-US" dirty="0" err="1"/>
              <a:t>hilis</a:t>
            </a:r>
            <a:r>
              <a:rPr lang="en-US" dirty="0"/>
              <a:t> </a:t>
            </a:r>
            <a:r>
              <a:rPr lang="en-US" dirty="0" err="1"/>
              <a:t>volorem</a:t>
            </a:r>
            <a:r>
              <a:rPr lang="en-US" dirty="0"/>
              <a:t> </a:t>
            </a:r>
            <a:r>
              <a:rPr lang="en-US" dirty="0" err="1"/>
              <a:t>pellit</a:t>
            </a:r>
            <a:r>
              <a:rPr lang="en-US" dirty="0"/>
              <a:t>.</a:t>
            </a:r>
          </a:p>
        </p:txBody>
      </p:sp>
      <p:sp>
        <p:nvSpPr>
          <p:cNvPr id="28" name="Text Placeholder 7"/>
          <p:cNvSpPr>
            <a:spLocks noGrp="1"/>
          </p:cNvSpPr>
          <p:nvPr>
            <p:ph type="body" sz="quarter" idx="28" hasCustomPrompt="1"/>
          </p:nvPr>
        </p:nvSpPr>
        <p:spPr>
          <a:xfrm>
            <a:off x="8522534" y="5142152"/>
            <a:ext cx="7194233" cy="397160"/>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813" rtl="0" eaLnBrk="1" fontAlgn="base" latinLnBrk="0" hangingPunct="1">
              <a:lnSpc>
                <a:spcPct val="97000"/>
              </a:lnSpc>
              <a:spcBef>
                <a:spcPct val="0"/>
              </a:spcBef>
              <a:spcAft>
                <a:spcPct val="0"/>
              </a:spcAft>
              <a:buClr>
                <a:srgbClr val="F89D21"/>
              </a:buClr>
              <a:buSzPct val="90000"/>
              <a:buFont typeface="Arial-BoldMT" charset="0"/>
              <a:buNone/>
              <a:tabLst/>
              <a:defRPr lang="en-US" sz="2042" b="1" i="0" spc="-22" baseline="0" smtClean="0">
                <a:solidFill>
                  <a:srgbClr val="4D4E4D"/>
                </a:solidFill>
                <a:ea typeface="+mj-ea"/>
              </a:defRPr>
            </a:lvl1pPr>
            <a:lvl2pPr marL="989107" indent="0">
              <a:buNone/>
              <a:defRPr lang="en-US" sz="8400" b="1" kern="1200" smtClean="0">
                <a:latin typeface="Arial" charset="0"/>
                <a:ea typeface="+mn-ea"/>
                <a:cs typeface="+mn-cs"/>
              </a:defRPr>
            </a:lvl2pPr>
            <a:lvl3pPr marL="2378301" indent="0">
              <a:buNone/>
              <a:defRPr lang="en-US" sz="8400" b="1" kern="1200" smtClean="0">
                <a:latin typeface="Arial" charset="0"/>
                <a:ea typeface="+mn-ea"/>
                <a:cs typeface="+mn-cs"/>
              </a:defRPr>
            </a:lvl3pPr>
            <a:lvl4pPr marL="3978655" indent="0">
              <a:buNone/>
              <a:defRPr lang="en-US" sz="8400" b="1" kern="1200" smtClean="0">
                <a:latin typeface="Arial" charset="0"/>
                <a:ea typeface="+mn-ea"/>
                <a:cs typeface="+mn-cs"/>
              </a:defRPr>
            </a:lvl4pPr>
            <a:lvl5pPr marL="5579008" indent="0">
              <a:buNone/>
              <a:defRPr lang="en-US" sz="8400" b="1" kern="1200">
                <a:latin typeface="Arial" charset="0"/>
                <a:ea typeface="+mn-ea"/>
                <a:cs typeface="+mn-cs"/>
              </a:defRPr>
            </a:lvl5pPr>
          </a:lstStyle>
          <a:p>
            <a:pPr marL="0" marR="0" lvl="0" indent="0" algn="l" defTabSz="666813"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a:t>Images</a:t>
            </a:r>
          </a:p>
        </p:txBody>
      </p:sp>
      <p:sp>
        <p:nvSpPr>
          <p:cNvPr id="29" name="Text Placeholder 7"/>
          <p:cNvSpPr>
            <a:spLocks noGrp="1"/>
          </p:cNvSpPr>
          <p:nvPr>
            <p:ph type="body" sz="quarter" idx="29" hasCustomPrompt="1"/>
          </p:nvPr>
        </p:nvSpPr>
        <p:spPr>
          <a:xfrm>
            <a:off x="8522534" y="5472794"/>
            <a:ext cx="7194233" cy="1311641"/>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813" rtl="0" eaLnBrk="1" fontAlgn="base" latinLnBrk="0" hangingPunct="1">
              <a:lnSpc>
                <a:spcPct val="97000"/>
              </a:lnSpc>
              <a:spcBef>
                <a:spcPct val="0"/>
              </a:spcBef>
              <a:spcAft>
                <a:spcPts val="1021"/>
              </a:spcAft>
              <a:buClr>
                <a:srgbClr val="F89D21"/>
              </a:buClr>
              <a:buSzPct val="90000"/>
              <a:buFont typeface="Arial-BoldMT" charset="0"/>
              <a:buNone/>
              <a:tabLst/>
              <a:defRPr lang="en-US" sz="2042" b="0" i="0" spc="-22" baseline="0" smtClean="0">
                <a:solidFill>
                  <a:srgbClr val="4D4E4D"/>
                </a:solidFill>
                <a:ea typeface="+mj-ea"/>
              </a:defRPr>
            </a:lvl1pPr>
            <a:lvl2pPr marL="989107" indent="0">
              <a:buNone/>
              <a:defRPr lang="en-US" sz="8400" b="1" kern="1200" smtClean="0">
                <a:latin typeface="Arial" charset="0"/>
                <a:ea typeface="+mn-ea"/>
                <a:cs typeface="+mn-cs"/>
              </a:defRPr>
            </a:lvl2pPr>
            <a:lvl3pPr marL="2378301" indent="0">
              <a:buNone/>
              <a:defRPr lang="en-US" sz="8400" b="1" kern="1200" smtClean="0">
                <a:latin typeface="Arial" charset="0"/>
                <a:ea typeface="+mn-ea"/>
                <a:cs typeface="+mn-cs"/>
              </a:defRPr>
            </a:lvl3pPr>
            <a:lvl4pPr marL="3978655" indent="0">
              <a:buNone/>
              <a:defRPr lang="en-US" sz="8400" b="1" kern="1200" smtClean="0">
                <a:latin typeface="Arial" charset="0"/>
                <a:ea typeface="+mn-ea"/>
                <a:cs typeface="+mn-cs"/>
              </a:defRPr>
            </a:lvl4pPr>
            <a:lvl5pPr marL="5579008" indent="0">
              <a:buNone/>
              <a:defRPr lang="en-US" sz="8400" b="1" kern="1200">
                <a:latin typeface="Arial" charset="0"/>
                <a:ea typeface="+mn-ea"/>
                <a:cs typeface="+mn-cs"/>
              </a:defRPr>
            </a:lvl5pPr>
          </a:lstStyle>
          <a:p>
            <a:pPr marL="0" marR="0" lvl="0" indent="0" algn="l" defTabSz="666813"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a:t>TIFFs are the preferred file format for images appearing in printed posters. Avoid the use of low-resolution </a:t>
            </a:r>
            <a:r>
              <a:rPr lang="en-US" dirty="0" err="1"/>
              <a:t>jpgs</a:t>
            </a:r>
            <a:r>
              <a:rPr lang="en-US" dirty="0"/>
              <a:t>, especially those downloaded from the Internet, as they will reproduce poorly. </a:t>
            </a:r>
          </a:p>
        </p:txBody>
      </p:sp>
      <p:sp>
        <p:nvSpPr>
          <p:cNvPr id="30" name="Text Placeholder 7"/>
          <p:cNvSpPr>
            <a:spLocks noGrp="1"/>
          </p:cNvSpPr>
          <p:nvPr>
            <p:ph type="body" sz="quarter" idx="30" hasCustomPrompt="1"/>
          </p:nvPr>
        </p:nvSpPr>
        <p:spPr>
          <a:xfrm>
            <a:off x="8522534" y="6960422"/>
            <a:ext cx="7194233" cy="701987"/>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813" rtl="0" eaLnBrk="1" fontAlgn="base" latinLnBrk="0" hangingPunct="1">
              <a:lnSpc>
                <a:spcPct val="97000"/>
              </a:lnSpc>
              <a:spcBef>
                <a:spcPct val="0"/>
              </a:spcBef>
              <a:spcAft>
                <a:spcPts val="1021"/>
              </a:spcAft>
              <a:buClr>
                <a:srgbClr val="F89D21"/>
              </a:buClr>
              <a:buSzPct val="90000"/>
              <a:buFont typeface="Arial-BoldMT" charset="0"/>
              <a:buNone/>
              <a:tabLst/>
              <a:defRPr lang="en-US" sz="2042" b="0" i="0" spc="-22" baseline="0" smtClean="0">
                <a:solidFill>
                  <a:srgbClr val="4D4E4D"/>
                </a:solidFill>
                <a:ea typeface="+mj-ea"/>
              </a:defRPr>
            </a:lvl1pPr>
            <a:lvl2pPr marL="989107" indent="0">
              <a:buNone/>
              <a:defRPr lang="en-US" sz="8400" b="1" kern="1200" smtClean="0">
                <a:latin typeface="Arial" charset="0"/>
                <a:ea typeface="+mn-ea"/>
                <a:cs typeface="+mn-cs"/>
              </a:defRPr>
            </a:lvl2pPr>
            <a:lvl3pPr marL="2378301" indent="0">
              <a:buNone/>
              <a:defRPr lang="en-US" sz="8400" b="1" kern="1200" smtClean="0">
                <a:latin typeface="Arial" charset="0"/>
                <a:ea typeface="+mn-ea"/>
                <a:cs typeface="+mn-cs"/>
              </a:defRPr>
            </a:lvl3pPr>
            <a:lvl4pPr marL="3978655" indent="0">
              <a:buNone/>
              <a:defRPr lang="en-US" sz="8400" b="1" kern="1200" smtClean="0">
                <a:latin typeface="Arial" charset="0"/>
                <a:ea typeface="+mn-ea"/>
                <a:cs typeface="+mn-cs"/>
              </a:defRPr>
            </a:lvl4pPr>
            <a:lvl5pPr marL="5579008" indent="0">
              <a:buNone/>
              <a:defRPr lang="en-US" sz="8400" b="1" kern="1200">
                <a:latin typeface="Arial" charset="0"/>
                <a:ea typeface="+mn-ea"/>
                <a:cs typeface="+mn-cs"/>
              </a:defRPr>
            </a:lvl5pPr>
          </a:lstStyle>
          <a:p>
            <a:pPr marL="0" marR="0" lvl="0" indent="0" algn="l" defTabSz="666813"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a:t>In order to insert an image, use the menu toolbar at the top of </a:t>
            </a:r>
            <a:r>
              <a:rPr lang="en-US"/>
              <a:t>your screen.</a:t>
            </a:r>
            <a:endParaRPr lang="en-US" dirty="0"/>
          </a:p>
        </p:txBody>
      </p:sp>
      <p:sp>
        <p:nvSpPr>
          <p:cNvPr id="31" name="Text Placeholder 7"/>
          <p:cNvSpPr>
            <a:spLocks noGrp="1"/>
          </p:cNvSpPr>
          <p:nvPr>
            <p:ph type="body" sz="quarter" idx="31" hasCustomPrompt="1"/>
          </p:nvPr>
        </p:nvSpPr>
        <p:spPr>
          <a:xfrm>
            <a:off x="8522534" y="7833829"/>
            <a:ext cx="7194233" cy="1006814"/>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813" rtl="0" eaLnBrk="1" fontAlgn="base" latinLnBrk="0" hangingPunct="1">
              <a:lnSpc>
                <a:spcPct val="97000"/>
              </a:lnSpc>
              <a:spcBef>
                <a:spcPct val="0"/>
              </a:spcBef>
              <a:spcAft>
                <a:spcPts val="1021"/>
              </a:spcAft>
              <a:buClr>
                <a:srgbClr val="F89D21"/>
              </a:buClr>
              <a:buSzPct val="90000"/>
              <a:buFont typeface="Arial-BoldMT" charset="0"/>
              <a:buNone/>
              <a:tabLst/>
              <a:defRPr lang="en-US" sz="2042" b="0" i="0" spc="-22" baseline="0" smtClean="0">
                <a:solidFill>
                  <a:srgbClr val="4D4E4D"/>
                </a:solidFill>
                <a:ea typeface="+mj-ea"/>
              </a:defRPr>
            </a:lvl1pPr>
            <a:lvl2pPr marL="989107" indent="0">
              <a:buNone/>
              <a:defRPr lang="en-US" sz="8400" b="1" kern="1200" smtClean="0">
                <a:latin typeface="Arial" charset="0"/>
                <a:ea typeface="+mn-ea"/>
                <a:cs typeface="+mn-cs"/>
              </a:defRPr>
            </a:lvl2pPr>
            <a:lvl3pPr marL="2378301" indent="0">
              <a:buNone/>
              <a:defRPr lang="en-US" sz="8400" b="1" kern="1200" smtClean="0">
                <a:latin typeface="Arial" charset="0"/>
                <a:ea typeface="+mn-ea"/>
                <a:cs typeface="+mn-cs"/>
              </a:defRPr>
            </a:lvl3pPr>
            <a:lvl4pPr marL="3978655" indent="0">
              <a:buNone/>
              <a:defRPr lang="en-US" sz="8400" b="1" kern="1200" smtClean="0">
                <a:latin typeface="Arial" charset="0"/>
                <a:ea typeface="+mn-ea"/>
                <a:cs typeface="+mn-cs"/>
              </a:defRPr>
            </a:lvl4pPr>
            <a:lvl5pPr marL="5579008" indent="0">
              <a:buNone/>
              <a:defRPr lang="en-US" sz="8400" b="1" kern="1200">
                <a:latin typeface="Arial" charset="0"/>
                <a:ea typeface="+mn-ea"/>
                <a:cs typeface="+mn-cs"/>
              </a:defRPr>
            </a:lvl5pPr>
          </a:lstStyle>
          <a:p>
            <a:pPr marL="0" marR="0" lvl="0" indent="0" algn="l" defTabSz="666813"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a:t>Select: Insert, Picture, From file, Find and select the correct file on your computer, Press OK. Be aware of the image size you are importing.</a:t>
            </a:r>
          </a:p>
        </p:txBody>
      </p:sp>
      <p:sp>
        <p:nvSpPr>
          <p:cNvPr id="32" name="Text Placeholder 7"/>
          <p:cNvSpPr>
            <a:spLocks noGrp="1"/>
          </p:cNvSpPr>
          <p:nvPr>
            <p:ph type="body" sz="quarter" idx="32" hasCustomPrompt="1"/>
          </p:nvPr>
        </p:nvSpPr>
        <p:spPr>
          <a:xfrm>
            <a:off x="8522534" y="8996940"/>
            <a:ext cx="7194233" cy="1921295"/>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813" rtl="0" eaLnBrk="1" fontAlgn="base" latinLnBrk="0" hangingPunct="1">
              <a:lnSpc>
                <a:spcPct val="97000"/>
              </a:lnSpc>
              <a:spcBef>
                <a:spcPct val="0"/>
              </a:spcBef>
              <a:spcAft>
                <a:spcPts val="1021"/>
              </a:spcAft>
              <a:buClr>
                <a:srgbClr val="F89D21"/>
              </a:buClr>
              <a:buSzPct val="90000"/>
              <a:buFont typeface="Arial-BoldMT" charset="0"/>
              <a:buNone/>
              <a:tabLst/>
              <a:defRPr lang="en-US" sz="2042" b="0" i="0" spc="-22" baseline="0" smtClean="0">
                <a:solidFill>
                  <a:srgbClr val="4D4E4D"/>
                </a:solidFill>
                <a:ea typeface="+mj-ea"/>
              </a:defRPr>
            </a:lvl1pPr>
            <a:lvl2pPr marL="989107" indent="0">
              <a:buNone/>
              <a:defRPr lang="en-US" sz="8400" b="1" kern="1200" smtClean="0">
                <a:latin typeface="Arial" charset="0"/>
                <a:ea typeface="+mn-ea"/>
                <a:cs typeface="+mn-cs"/>
              </a:defRPr>
            </a:lvl2pPr>
            <a:lvl3pPr marL="2378301" indent="0">
              <a:buNone/>
              <a:defRPr lang="en-US" sz="8400" b="1" kern="1200" smtClean="0">
                <a:latin typeface="Arial" charset="0"/>
                <a:ea typeface="+mn-ea"/>
                <a:cs typeface="+mn-cs"/>
              </a:defRPr>
            </a:lvl3pPr>
            <a:lvl4pPr marL="3978655" indent="0">
              <a:buNone/>
              <a:defRPr lang="en-US" sz="8400" b="1" kern="1200" smtClean="0">
                <a:latin typeface="Arial" charset="0"/>
                <a:ea typeface="+mn-ea"/>
                <a:cs typeface="+mn-cs"/>
              </a:defRPr>
            </a:lvl4pPr>
            <a:lvl5pPr marL="5579008" indent="0">
              <a:buNone/>
              <a:defRPr lang="en-US" sz="8400" b="1" kern="1200">
                <a:latin typeface="Arial" charset="0"/>
                <a:ea typeface="+mn-ea"/>
                <a:cs typeface="+mn-cs"/>
              </a:defRPr>
            </a:lvl5pPr>
          </a:lstStyle>
          <a:p>
            <a:pPr marL="0" marR="0" lvl="0" indent="0" algn="l" defTabSz="666813"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err="1"/>
              <a:t>Yoluptatur</a:t>
            </a:r>
            <a:r>
              <a:rPr lang="en-US" dirty="0"/>
              <a:t> </a:t>
            </a:r>
            <a:r>
              <a:rPr lang="en-US" dirty="0" err="1"/>
              <a:t>aut</a:t>
            </a:r>
            <a:r>
              <a:rPr lang="en-US" dirty="0"/>
              <a:t> quae </a:t>
            </a:r>
            <a:r>
              <a:rPr lang="en-US" dirty="0" err="1"/>
              <a:t>sint</a:t>
            </a:r>
            <a:r>
              <a:rPr lang="en-US" dirty="0"/>
              <a:t> </a:t>
            </a:r>
            <a:r>
              <a:rPr lang="en-US" dirty="0" err="1"/>
              <a:t>erum</a:t>
            </a:r>
            <a:r>
              <a:rPr lang="en-US" dirty="0"/>
              <a:t> </a:t>
            </a:r>
            <a:r>
              <a:rPr lang="en-US" dirty="0" err="1"/>
              <a:t>eos</a:t>
            </a:r>
            <a:r>
              <a:rPr lang="en-US" dirty="0"/>
              <a:t> </a:t>
            </a:r>
            <a:r>
              <a:rPr lang="en-US" dirty="0" err="1"/>
              <a:t>aborporesti</a:t>
            </a:r>
            <a:r>
              <a:rPr lang="en-US" dirty="0"/>
              <a:t> </a:t>
            </a:r>
            <a:r>
              <a:rPr lang="en-US" dirty="0" err="1"/>
              <a:t>dolum</a:t>
            </a:r>
            <a:r>
              <a:rPr lang="en-US" dirty="0"/>
              <a:t>, que pa </a:t>
            </a:r>
            <a:r>
              <a:rPr lang="en-US" dirty="0" err="1"/>
              <a:t>conecabore</a:t>
            </a:r>
            <a:r>
              <a:rPr lang="en-US" dirty="0"/>
              <a:t> </a:t>
            </a:r>
            <a:r>
              <a:rPr lang="en-US" dirty="0" err="1"/>
              <a:t>nullut</a:t>
            </a:r>
            <a:r>
              <a:rPr lang="en-US" dirty="0"/>
              <a:t> </a:t>
            </a:r>
            <a:r>
              <a:rPr lang="en-US" dirty="0" err="1"/>
              <a:t>ipsae</a:t>
            </a:r>
            <a:r>
              <a:rPr lang="en-US" dirty="0"/>
              <a:t> </a:t>
            </a:r>
            <a:r>
              <a:rPr lang="en-US" dirty="0" err="1"/>
              <a:t>nis</a:t>
            </a:r>
            <a:r>
              <a:rPr lang="en-US" dirty="0"/>
              <a:t> </a:t>
            </a:r>
            <a:r>
              <a:rPr lang="en-US" dirty="0" err="1"/>
              <a:t>debis</a:t>
            </a:r>
            <a:r>
              <a:rPr lang="en-US" dirty="0"/>
              <a:t> </a:t>
            </a:r>
            <a:r>
              <a:rPr lang="en-US" dirty="0" err="1"/>
              <a:t>adi</a:t>
            </a:r>
            <a:r>
              <a:rPr lang="en-US" dirty="0"/>
              <a:t> non </a:t>
            </a:r>
            <a:r>
              <a:rPr lang="en-US" dirty="0" err="1"/>
              <a:t>reperios</a:t>
            </a:r>
            <a:r>
              <a:rPr lang="en-US" dirty="0"/>
              <a:t> </a:t>
            </a:r>
            <a:r>
              <a:rPr lang="en-US" dirty="0" err="1"/>
              <a:t>etur</a:t>
            </a:r>
            <a:r>
              <a:rPr lang="en-US" dirty="0"/>
              <a:t> </a:t>
            </a:r>
            <a:r>
              <a:rPr lang="en-US" dirty="0" err="1"/>
              <a:t>rerum</a:t>
            </a:r>
            <a:r>
              <a:rPr lang="en-US" dirty="0"/>
              <a:t> </a:t>
            </a:r>
            <a:r>
              <a:rPr lang="en-US" dirty="0" err="1"/>
              <a:t>vellabo</a:t>
            </a:r>
            <a:r>
              <a:rPr lang="en-US" dirty="0"/>
              <a:t>. </a:t>
            </a:r>
            <a:r>
              <a:rPr lang="en-US" dirty="0" err="1"/>
              <a:t>Ut</a:t>
            </a:r>
            <a:r>
              <a:rPr lang="en-US" dirty="0"/>
              <a:t> </a:t>
            </a:r>
            <a:r>
              <a:rPr lang="en-US" dirty="0" err="1"/>
              <a:t>dolorepudis</a:t>
            </a:r>
            <a:r>
              <a:rPr lang="en-US" dirty="0"/>
              <a:t> </a:t>
            </a:r>
            <a:r>
              <a:rPr lang="en-US" dirty="0" err="1"/>
              <a:t>volorep</a:t>
            </a:r>
            <a:r>
              <a:rPr lang="en-US" dirty="0"/>
              <a:t> </a:t>
            </a:r>
            <a:r>
              <a:rPr lang="en-US" dirty="0" err="1"/>
              <a:t>elignisciet</a:t>
            </a:r>
            <a:r>
              <a:rPr lang="en-US" dirty="0"/>
              <a:t> et </a:t>
            </a:r>
            <a:r>
              <a:rPr lang="en-US" dirty="0" err="1"/>
              <a:t>lis</a:t>
            </a:r>
            <a:r>
              <a:rPr lang="en-US" dirty="0"/>
              <a:t> </a:t>
            </a:r>
            <a:r>
              <a:rPr lang="en-US" dirty="0" err="1"/>
              <a:t>consequis</a:t>
            </a:r>
            <a:r>
              <a:rPr lang="en-US" dirty="0"/>
              <a:t> </a:t>
            </a:r>
            <a:r>
              <a:rPr lang="en-US" dirty="0" err="1"/>
              <a:t>dem</a:t>
            </a:r>
            <a:r>
              <a:rPr lang="en-US" dirty="0"/>
              <a:t> </a:t>
            </a:r>
            <a:r>
              <a:rPr lang="en-US" dirty="0" err="1"/>
              <a:t>laut</a:t>
            </a:r>
            <a:r>
              <a:rPr lang="en-US" dirty="0"/>
              <a:t> </a:t>
            </a:r>
            <a:r>
              <a:rPr lang="en-US" dirty="0" err="1"/>
              <a:t>exera</a:t>
            </a:r>
            <a:r>
              <a:rPr lang="en-US" dirty="0"/>
              <a:t> </a:t>
            </a:r>
            <a:r>
              <a:rPr lang="en-US" dirty="0" err="1"/>
              <a:t>cupta</a:t>
            </a:r>
            <a:r>
              <a:rPr lang="en-US" dirty="0"/>
              <a:t> </a:t>
            </a:r>
            <a:r>
              <a:rPr lang="en-US" dirty="0" err="1"/>
              <a:t>voloresequat</a:t>
            </a:r>
            <a:r>
              <a:rPr lang="en-US" dirty="0"/>
              <a:t> </a:t>
            </a:r>
            <a:r>
              <a:rPr lang="en-US" dirty="0" err="1"/>
              <a:t>quia</a:t>
            </a:r>
            <a:r>
              <a:rPr lang="en-US" dirty="0"/>
              <a:t> </a:t>
            </a:r>
            <a:r>
              <a:rPr lang="en-US" dirty="0" err="1"/>
              <a:t>volenime</a:t>
            </a:r>
            <a:r>
              <a:rPr lang="en-US" dirty="0"/>
              <a:t> </a:t>
            </a:r>
            <a:r>
              <a:rPr lang="en-US" dirty="0" err="1"/>
              <a:t>essum</a:t>
            </a:r>
            <a:r>
              <a:rPr lang="en-US" dirty="0"/>
              <a:t> que </a:t>
            </a:r>
            <a:r>
              <a:rPr lang="en-US" dirty="0" err="1"/>
              <a:t>preriatiisim</a:t>
            </a:r>
            <a:r>
              <a:rPr lang="en-US" dirty="0"/>
              <a:t> </a:t>
            </a:r>
            <a:r>
              <a:rPr lang="en-US" dirty="0" err="1"/>
              <a:t>fuga</a:t>
            </a:r>
            <a:r>
              <a:rPr lang="en-US" dirty="0"/>
              <a:t>. </a:t>
            </a:r>
            <a:r>
              <a:rPr lang="en-US" dirty="0" err="1"/>
              <a:t>Ut</a:t>
            </a:r>
            <a:r>
              <a:rPr lang="en-US" dirty="0"/>
              <a:t> </a:t>
            </a:r>
            <a:r>
              <a:rPr lang="en-US" dirty="0" err="1"/>
              <a:t>eum</a:t>
            </a:r>
            <a:r>
              <a:rPr lang="en-US" dirty="0"/>
              <a:t> in nihil </a:t>
            </a:r>
            <a:r>
              <a:rPr lang="en-US" dirty="0" err="1"/>
              <a:t>ipsam</a:t>
            </a:r>
            <a:r>
              <a:rPr lang="en-US" dirty="0"/>
              <a:t>, </a:t>
            </a:r>
            <a:r>
              <a:rPr lang="en-US" dirty="0" err="1"/>
              <a:t>sanim</a:t>
            </a:r>
            <a:r>
              <a:rPr lang="en-US" dirty="0"/>
              <a:t>.</a:t>
            </a:r>
          </a:p>
        </p:txBody>
      </p:sp>
      <p:sp>
        <p:nvSpPr>
          <p:cNvPr id="33" name="Text Placeholder 7"/>
          <p:cNvSpPr>
            <a:spLocks noGrp="1"/>
          </p:cNvSpPr>
          <p:nvPr>
            <p:ph type="body" sz="quarter" idx="33" hasCustomPrompt="1"/>
          </p:nvPr>
        </p:nvSpPr>
        <p:spPr>
          <a:xfrm>
            <a:off x="8522534" y="14958920"/>
            <a:ext cx="7194233" cy="948967"/>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bodyPr>
          <a:lstStyle>
            <a:lvl1pPr marL="0" marR="0" indent="0" algn="l" defTabSz="666813" rtl="0" eaLnBrk="1" fontAlgn="base" latinLnBrk="0" hangingPunct="1">
              <a:lnSpc>
                <a:spcPct val="97000"/>
              </a:lnSpc>
              <a:spcBef>
                <a:spcPct val="0"/>
              </a:spcBef>
              <a:spcAft>
                <a:spcPct val="0"/>
              </a:spcAft>
              <a:buClr>
                <a:srgbClr val="F89D21"/>
              </a:buClr>
              <a:buSzPct val="90000"/>
              <a:buFont typeface="Arial-BoldMT" charset="0"/>
              <a:buNone/>
              <a:tabLst/>
              <a:defRPr lang="en-US" sz="1313" b="0" i="0" spc="-22" baseline="0" smtClean="0">
                <a:solidFill>
                  <a:srgbClr val="4D4E4D"/>
                </a:solidFill>
                <a:ea typeface="+mj-ea"/>
              </a:defRPr>
            </a:lvl1pPr>
            <a:lvl2pPr marL="989107" indent="0">
              <a:buNone/>
              <a:defRPr lang="en-US" sz="8400" b="1" kern="1200" smtClean="0">
                <a:latin typeface="Arial" charset="0"/>
                <a:ea typeface="+mn-ea"/>
                <a:cs typeface="+mn-cs"/>
              </a:defRPr>
            </a:lvl2pPr>
            <a:lvl3pPr marL="2378301" indent="0">
              <a:buNone/>
              <a:defRPr lang="en-US" sz="8400" b="1" kern="1200" smtClean="0">
                <a:latin typeface="Arial" charset="0"/>
                <a:ea typeface="+mn-ea"/>
                <a:cs typeface="+mn-cs"/>
              </a:defRPr>
            </a:lvl3pPr>
            <a:lvl4pPr marL="3978655" indent="0">
              <a:buNone/>
              <a:defRPr lang="en-US" sz="8400" b="1" kern="1200" smtClean="0">
                <a:latin typeface="Arial" charset="0"/>
                <a:ea typeface="+mn-ea"/>
                <a:cs typeface="+mn-cs"/>
              </a:defRPr>
            </a:lvl4pPr>
            <a:lvl5pPr marL="5579008" indent="0">
              <a:buNone/>
              <a:defRPr lang="en-US" sz="8400" b="1" kern="1200">
                <a:latin typeface="Arial" charset="0"/>
                <a:ea typeface="+mn-ea"/>
                <a:cs typeface="+mn-cs"/>
              </a:defRPr>
            </a:lvl5pPr>
          </a:lstStyle>
          <a:p>
            <a:pPr marL="0" marR="0" lvl="0" indent="0" algn="l" defTabSz="666813"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a:t>Figure 1: Brief Descriptive Title more text just like this and so on and so forth—Figure captions should start with a takeaway point, or elaborate on the takeaway point that is in the title. For diagrams or charts, concisely explain what makes it relevant. Sometimes you also use this area to briefly describe what was done.</a:t>
            </a:r>
          </a:p>
        </p:txBody>
      </p:sp>
      <p:sp>
        <p:nvSpPr>
          <p:cNvPr id="34" name="Text Placeholder 7"/>
          <p:cNvSpPr>
            <a:spLocks noGrp="1"/>
          </p:cNvSpPr>
          <p:nvPr>
            <p:ph type="body" sz="quarter" idx="34" hasCustomPrompt="1"/>
          </p:nvPr>
        </p:nvSpPr>
        <p:spPr>
          <a:xfrm>
            <a:off x="8522534" y="16087425"/>
            <a:ext cx="7194233" cy="1311641"/>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813" rtl="0" eaLnBrk="1" fontAlgn="base" latinLnBrk="0" hangingPunct="1">
              <a:lnSpc>
                <a:spcPct val="97000"/>
              </a:lnSpc>
              <a:spcBef>
                <a:spcPct val="0"/>
              </a:spcBef>
              <a:spcAft>
                <a:spcPts val="1021"/>
              </a:spcAft>
              <a:buClr>
                <a:srgbClr val="F89D21"/>
              </a:buClr>
              <a:buSzPct val="90000"/>
              <a:buFont typeface="Arial-BoldMT" charset="0"/>
              <a:buNone/>
              <a:tabLst/>
              <a:defRPr lang="en-US" sz="2042" b="0" i="0" spc="-22" baseline="0" smtClean="0">
                <a:solidFill>
                  <a:srgbClr val="4D4E4D"/>
                </a:solidFill>
                <a:ea typeface="+mj-ea"/>
              </a:defRPr>
            </a:lvl1pPr>
            <a:lvl2pPr marL="989107" indent="0">
              <a:buNone/>
              <a:defRPr lang="en-US" sz="8400" b="1" kern="1200" smtClean="0">
                <a:latin typeface="Arial" charset="0"/>
                <a:ea typeface="+mn-ea"/>
                <a:cs typeface="+mn-cs"/>
              </a:defRPr>
            </a:lvl2pPr>
            <a:lvl3pPr marL="2378301" indent="0">
              <a:buNone/>
              <a:defRPr lang="en-US" sz="8400" b="1" kern="1200" smtClean="0">
                <a:latin typeface="Arial" charset="0"/>
                <a:ea typeface="+mn-ea"/>
                <a:cs typeface="+mn-cs"/>
              </a:defRPr>
            </a:lvl3pPr>
            <a:lvl4pPr marL="3978655" indent="0">
              <a:buNone/>
              <a:defRPr lang="en-US" sz="8400" b="1" kern="1200" smtClean="0">
                <a:latin typeface="Arial" charset="0"/>
                <a:ea typeface="+mn-ea"/>
                <a:cs typeface="+mn-cs"/>
              </a:defRPr>
            </a:lvl4pPr>
            <a:lvl5pPr marL="5579008" indent="0">
              <a:buNone/>
              <a:defRPr lang="en-US" sz="8400" b="1" kern="1200">
                <a:latin typeface="Arial" charset="0"/>
                <a:ea typeface="+mn-ea"/>
                <a:cs typeface="+mn-cs"/>
              </a:defRPr>
            </a:lvl5pPr>
          </a:lstStyle>
          <a:p>
            <a:pPr marL="0" marR="0" lvl="0" indent="0" algn="l" defTabSz="666813"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a:t>Resize images proportionally by holding down the SHIFT key and dragging one of the corner handles. For a professional-looking poster, do not distort your images by enlarging them disproportionally.</a:t>
            </a:r>
          </a:p>
        </p:txBody>
      </p:sp>
      <p:sp>
        <p:nvSpPr>
          <p:cNvPr id="36" name="Text Placeholder 7"/>
          <p:cNvSpPr>
            <a:spLocks noGrp="1"/>
          </p:cNvSpPr>
          <p:nvPr>
            <p:ph type="body" sz="quarter" idx="36" hasCustomPrompt="1"/>
          </p:nvPr>
        </p:nvSpPr>
        <p:spPr>
          <a:xfrm>
            <a:off x="8522534" y="17608072"/>
            <a:ext cx="7194233" cy="701987"/>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813" rtl="0" eaLnBrk="1" fontAlgn="base" latinLnBrk="0" hangingPunct="1">
              <a:lnSpc>
                <a:spcPct val="97000"/>
              </a:lnSpc>
              <a:spcBef>
                <a:spcPct val="0"/>
              </a:spcBef>
              <a:spcAft>
                <a:spcPts val="1021"/>
              </a:spcAft>
              <a:buClr>
                <a:srgbClr val="F89D21"/>
              </a:buClr>
              <a:buSzPct val="90000"/>
              <a:buFont typeface="Arial-BoldMT" charset="0"/>
              <a:buNone/>
              <a:tabLst/>
              <a:defRPr lang="en-US" sz="2042" b="0" i="0" spc="-22" baseline="0" smtClean="0">
                <a:solidFill>
                  <a:srgbClr val="4D4E4D"/>
                </a:solidFill>
                <a:ea typeface="+mj-ea"/>
              </a:defRPr>
            </a:lvl1pPr>
            <a:lvl2pPr marL="989107" indent="0">
              <a:buNone/>
              <a:defRPr lang="en-US" sz="8400" b="1" kern="1200" smtClean="0">
                <a:latin typeface="Arial" charset="0"/>
                <a:ea typeface="+mn-ea"/>
                <a:cs typeface="+mn-cs"/>
              </a:defRPr>
            </a:lvl2pPr>
            <a:lvl3pPr marL="2378301" indent="0">
              <a:buNone/>
              <a:defRPr lang="en-US" sz="8400" b="1" kern="1200" smtClean="0">
                <a:latin typeface="Arial" charset="0"/>
                <a:ea typeface="+mn-ea"/>
                <a:cs typeface="+mn-cs"/>
              </a:defRPr>
            </a:lvl3pPr>
            <a:lvl4pPr marL="3978655" indent="0">
              <a:buNone/>
              <a:defRPr lang="en-US" sz="8400" b="1" kern="1200" smtClean="0">
                <a:latin typeface="Arial" charset="0"/>
                <a:ea typeface="+mn-ea"/>
                <a:cs typeface="+mn-cs"/>
              </a:defRPr>
            </a:lvl4pPr>
            <a:lvl5pPr marL="5579008" indent="0">
              <a:buNone/>
              <a:defRPr lang="en-US" sz="8400" b="1" kern="1200">
                <a:latin typeface="Arial" charset="0"/>
                <a:ea typeface="+mn-ea"/>
                <a:cs typeface="+mn-cs"/>
              </a:defRPr>
            </a:lvl5pPr>
          </a:lstStyle>
          <a:p>
            <a:pPr marL="0" marR="0" lvl="0" indent="0" algn="l" defTabSz="666813"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a:t>Zoom in and look at your images at 100% magnification. If they look good, they will print well.</a:t>
            </a:r>
          </a:p>
        </p:txBody>
      </p:sp>
      <p:sp>
        <p:nvSpPr>
          <p:cNvPr id="38" name="Text Placeholder 7"/>
          <p:cNvSpPr>
            <a:spLocks noGrp="1"/>
          </p:cNvSpPr>
          <p:nvPr>
            <p:ph type="body" sz="quarter" idx="37" hasCustomPrompt="1"/>
          </p:nvPr>
        </p:nvSpPr>
        <p:spPr>
          <a:xfrm>
            <a:off x="8522534" y="18465568"/>
            <a:ext cx="7194233" cy="3140603"/>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813" rtl="0" eaLnBrk="1" fontAlgn="base" latinLnBrk="0" hangingPunct="1">
              <a:lnSpc>
                <a:spcPct val="97000"/>
              </a:lnSpc>
              <a:spcBef>
                <a:spcPct val="0"/>
              </a:spcBef>
              <a:spcAft>
                <a:spcPts val="1021"/>
              </a:spcAft>
              <a:buClr>
                <a:srgbClr val="F89D21"/>
              </a:buClr>
              <a:buSzPct val="90000"/>
              <a:buFont typeface="Arial-BoldMT" charset="0"/>
              <a:buNone/>
              <a:tabLst/>
              <a:defRPr lang="en-US" sz="2042" b="0" i="0" spc="-22" baseline="0" smtClean="0">
                <a:solidFill>
                  <a:srgbClr val="4D4E4D"/>
                </a:solidFill>
                <a:ea typeface="+mj-ea"/>
              </a:defRPr>
            </a:lvl1pPr>
            <a:lvl2pPr marL="989107" indent="0">
              <a:buNone/>
              <a:defRPr lang="en-US" sz="8400" b="1" kern="1200" smtClean="0">
                <a:latin typeface="Arial" charset="0"/>
                <a:ea typeface="+mn-ea"/>
                <a:cs typeface="+mn-cs"/>
              </a:defRPr>
            </a:lvl2pPr>
            <a:lvl3pPr marL="2378301" indent="0">
              <a:buNone/>
              <a:defRPr lang="en-US" sz="8400" b="1" kern="1200" smtClean="0">
                <a:latin typeface="Arial" charset="0"/>
                <a:ea typeface="+mn-ea"/>
                <a:cs typeface="+mn-cs"/>
              </a:defRPr>
            </a:lvl3pPr>
            <a:lvl4pPr marL="3978655" indent="0">
              <a:buNone/>
              <a:defRPr lang="en-US" sz="8400" b="1" kern="1200" smtClean="0">
                <a:latin typeface="Arial" charset="0"/>
                <a:ea typeface="+mn-ea"/>
                <a:cs typeface="+mn-cs"/>
              </a:defRPr>
            </a:lvl4pPr>
            <a:lvl5pPr marL="5579008" indent="0">
              <a:buNone/>
              <a:defRPr lang="en-US" sz="8400" b="1" kern="1200">
                <a:latin typeface="Arial" charset="0"/>
                <a:ea typeface="+mn-ea"/>
                <a:cs typeface="+mn-cs"/>
              </a:defRPr>
            </a:lvl5pPr>
          </a:lstStyle>
          <a:p>
            <a:pPr marL="0" marR="0" lvl="0" indent="0" algn="l" defTabSz="666813"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err="1"/>
              <a:t>Cullore</a:t>
            </a:r>
            <a:r>
              <a:rPr lang="en-US" dirty="0"/>
              <a:t> </a:t>
            </a:r>
            <a:r>
              <a:rPr lang="en-US" dirty="0" err="1"/>
              <a:t>nonsequis</a:t>
            </a:r>
            <a:r>
              <a:rPr lang="en-US" dirty="0"/>
              <a:t> mint </a:t>
            </a:r>
            <a:r>
              <a:rPr lang="en-US" dirty="0" err="1"/>
              <a:t>hari</a:t>
            </a:r>
            <a:r>
              <a:rPr lang="en-US" dirty="0"/>
              <a:t> </a:t>
            </a:r>
            <a:r>
              <a:rPr lang="en-US" dirty="0" err="1"/>
              <a:t>descieniet</a:t>
            </a:r>
            <a:r>
              <a:rPr lang="en-US" dirty="0"/>
              <a:t> </a:t>
            </a:r>
            <a:r>
              <a:rPr lang="en-US" dirty="0" err="1"/>
              <a:t>untis</a:t>
            </a:r>
            <a:r>
              <a:rPr lang="en-US" dirty="0"/>
              <a:t> ne </a:t>
            </a:r>
            <a:r>
              <a:rPr lang="en-US" dirty="0" err="1"/>
              <a:t>nisimai</a:t>
            </a:r>
            <a:r>
              <a:rPr lang="en-US" dirty="0"/>
              <a:t> </a:t>
            </a:r>
            <a:r>
              <a:rPr lang="en-US" dirty="0" err="1"/>
              <a:t>oriberene</a:t>
            </a:r>
            <a:r>
              <a:rPr lang="en-US" dirty="0"/>
              <a:t> </a:t>
            </a:r>
            <a:r>
              <a:rPr lang="en-US" dirty="0" err="1"/>
              <a:t>volorporem</a:t>
            </a:r>
            <a:r>
              <a:rPr lang="en-US" dirty="0"/>
              <a:t> </a:t>
            </a:r>
            <a:r>
              <a:rPr lang="en-US" dirty="0" err="1"/>
              <a:t>quia</a:t>
            </a:r>
            <a:r>
              <a:rPr lang="en-US" dirty="0"/>
              <a:t> </a:t>
            </a:r>
            <a:r>
              <a:rPr lang="en-US" dirty="0" err="1"/>
              <a:t>prore</a:t>
            </a:r>
            <a:r>
              <a:rPr lang="en-US" dirty="0"/>
              <a:t> </a:t>
            </a:r>
            <a:r>
              <a:rPr lang="en-US" dirty="0" err="1"/>
              <a:t>volorestrum</a:t>
            </a:r>
            <a:r>
              <a:rPr lang="en-US" dirty="0"/>
              <a:t> quae </a:t>
            </a:r>
            <a:r>
              <a:rPr lang="en-US" dirty="0" err="1"/>
              <a:t>es</a:t>
            </a:r>
            <a:r>
              <a:rPr lang="en-US" dirty="0"/>
              <a:t> </a:t>
            </a:r>
            <a:r>
              <a:rPr lang="en-US" dirty="0" err="1"/>
              <a:t>eum</a:t>
            </a:r>
            <a:r>
              <a:rPr lang="en-US" dirty="0"/>
              <a:t> </a:t>
            </a:r>
            <a:r>
              <a:rPr lang="en-US" dirty="0" err="1"/>
              <a:t>elent</a:t>
            </a:r>
            <a:r>
              <a:rPr lang="en-US" dirty="0"/>
              <a:t> </a:t>
            </a:r>
            <a:r>
              <a:rPr lang="en-US" dirty="0" err="1"/>
              <a:t>verspicatia</a:t>
            </a:r>
            <a:r>
              <a:rPr lang="en-US" dirty="0"/>
              <a:t> </a:t>
            </a:r>
            <a:r>
              <a:rPr lang="en-US" dirty="0" err="1"/>
              <a:t>entiorr</a:t>
            </a:r>
            <a:r>
              <a:rPr lang="en-US" dirty="0"/>
              <a:t> </a:t>
            </a:r>
            <a:r>
              <a:rPr lang="en-US" dirty="0" err="1"/>
              <a:t>oviduciis</a:t>
            </a:r>
            <a:r>
              <a:rPr lang="en-US" dirty="0"/>
              <a:t> pro </a:t>
            </a:r>
            <a:r>
              <a:rPr lang="en-US" dirty="0" err="1"/>
              <a:t>odi</a:t>
            </a:r>
            <a:r>
              <a:rPr lang="en-US" dirty="0"/>
              <a:t> </a:t>
            </a:r>
            <a:r>
              <a:rPr lang="en-US" dirty="0" err="1"/>
              <a:t>nulliqui</a:t>
            </a:r>
            <a:r>
              <a:rPr lang="en-US" dirty="0"/>
              <a:t> </a:t>
            </a:r>
            <a:r>
              <a:rPr lang="en-US" dirty="0" err="1"/>
              <a:t>duciuntiam</a:t>
            </a:r>
            <a:r>
              <a:rPr lang="en-US" dirty="0"/>
              <a:t>, </a:t>
            </a:r>
            <a:r>
              <a:rPr lang="en-US" dirty="0" err="1"/>
              <a:t>sam</a:t>
            </a:r>
            <a:r>
              <a:rPr lang="en-US" dirty="0"/>
              <a:t>, quo test </a:t>
            </a:r>
            <a:r>
              <a:rPr lang="en-US" dirty="0" err="1"/>
              <a:t>autaquo</a:t>
            </a:r>
            <a:r>
              <a:rPr lang="en-US" dirty="0"/>
              <a:t> quod </a:t>
            </a:r>
            <a:r>
              <a:rPr lang="en-US" dirty="0" err="1"/>
              <a:t>eum</a:t>
            </a:r>
            <a:r>
              <a:rPr lang="en-US" dirty="0"/>
              <a:t> </a:t>
            </a:r>
            <a:r>
              <a:rPr lang="en-US" dirty="0" err="1"/>
              <a:t>asperi</a:t>
            </a:r>
            <a:r>
              <a:rPr lang="en-US" dirty="0"/>
              <a:t> as </a:t>
            </a:r>
            <a:r>
              <a:rPr lang="en-US" dirty="0" err="1"/>
              <a:t>dolut</a:t>
            </a:r>
            <a:r>
              <a:rPr lang="en-US" dirty="0"/>
              <a:t> quos </a:t>
            </a:r>
            <a:r>
              <a:rPr lang="en-US" dirty="0" err="1"/>
              <a:t>voluptatur</a:t>
            </a:r>
            <a:r>
              <a:rPr lang="en-US" dirty="0"/>
              <a:t> </a:t>
            </a:r>
            <a:r>
              <a:rPr lang="en-US" dirty="0" err="1"/>
              <a:t>aut</a:t>
            </a:r>
            <a:r>
              <a:rPr lang="en-US" dirty="0"/>
              <a:t> quae </a:t>
            </a:r>
            <a:r>
              <a:rPr lang="en-US" dirty="0" err="1"/>
              <a:t>sint</a:t>
            </a:r>
            <a:r>
              <a:rPr lang="en-US" dirty="0"/>
              <a:t> </a:t>
            </a:r>
            <a:r>
              <a:rPr lang="en-US" dirty="0" err="1"/>
              <a:t>erum</a:t>
            </a:r>
            <a:r>
              <a:rPr lang="en-US" dirty="0"/>
              <a:t> </a:t>
            </a:r>
            <a:r>
              <a:rPr lang="en-US" dirty="0" err="1"/>
              <a:t>eos</a:t>
            </a:r>
            <a:r>
              <a:rPr lang="en-US" dirty="0"/>
              <a:t> </a:t>
            </a:r>
            <a:r>
              <a:rPr lang="en-US" dirty="0" err="1"/>
              <a:t>aborporesti</a:t>
            </a:r>
            <a:r>
              <a:rPr lang="en-US" dirty="0"/>
              <a:t> </a:t>
            </a:r>
            <a:r>
              <a:rPr lang="en-US" dirty="0" err="1"/>
              <a:t>dolum</a:t>
            </a:r>
            <a:r>
              <a:rPr lang="en-US" dirty="0"/>
              <a:t>, que pa </a:t>
            </a:r>
            <a:r>
              <a:rPr lang="en-US" dirty="0" err="1"/>
              <a:t>conecabore</a:t>
            </a:r>
            <a:r>
              <a:rPr lang="en-US" dirty="0"/>
              <a:t> </a:t>
            </a:r>
            <a:r>
              <a:rPr lang="en-US" dirty="0" err="1"/>
              <a:t>nullut</a:t>
            </a:r>
            <a:r>
              <a:rPr lang="en-US" dirty="0"/>
              <a:t> </a:t>
            </a:r>
            <a:r>
              <a:rPr lang="en-US" dirty="0" err="1"/>
              <a:t>ipsae</a:t>
            </a:r>
            <a:r>
              <a:rPr lang="en-US" dirty="0"/>
              <a:t> </a:t>
            </a:r>
            <a:r>
              <a:rPr lang="en-US" dirty="0" err="1"/>
              <a:t>nis</a:t>
            </a:r>
            <a:r>
              <a:rPr lang="en-US" dirty="0"/>
              <a:t> </a:t>
            </a:r>
            <a:r>
              <a:rPr lang="en-US" dirty="0" err="1"/>
              <a:t>debis</a:t>
            </a:r>
            <a:r>
              <a:rPr lang="en-US" dirty="0"/>
              <a:t> </a:t>
            </a:r>
            <a:r>
              <a:rPr lang="en-US" dirty="0" err="1"/>
              <a:t>adi</a:t>
            </a:r>
            <a:r>
              <a:rPr lang="en-US" dirty="0"/>
              <a:t> non </a:t>
            </a:r>
            <a:r>
              <a:rPr lang="en-US" dirty="0" err="1"/>
              <a:t>reperios</a:t>
            </a:r>
            <a:r>
              <a:rPr lang="en-US" dirty="0"/>
              <a:t> </a:t>
            </a:r>
            <a:r>
              <a:rPr lang="en-US" dirty="0" err="1"/>
              <a:t>etur</a:t>
            </a:r>
            <a:r>
              <a:rPr lang="en-US" dirty="0"/>
              <a:t> </a:t>
            </a:r>
            <a:r>
              <a:rPr lang="en-US" dirty="0" err="1"/>
              <a:t>rerum</a:t>
            </a:r>
            <a:r>
              <a:rPr lang="en-US" dirty="0"/>
              <a:t> </a:t>
            </a:r>
            <a:r>
              <a:rPr lang="en-US" dirty="0" err="1"/>
              <a:t>vellabo</a:t>
            </a:r>
            <a:r>
              <a:rPr lang="en-US" dirty="0"/>
              <a:t>. </a:t>
            </a:r>
            <a:r>
              <a:rPr lang="en-US" dirty="0" err="1"/>
              <a:t>Ut</a:t>
            </a:r>
            <a:r>
              <a:rPr lang="en-US" dirty="0"/>
              <a:t> </a:t>
            </a:r>
            <a:r>
              <a:rPr lang="en-US" dirty="0" err="1"/>
              <a:t>dolorepudis</a:t>
            </a:r>
            <a:r>
              <a:rPr lang="en-US" dirty="0"/>
              <a:t> </a:t>
            </a:r>
            <a:r>
              <a:rPr lang="en-US" dirty="0" err="1"/>
              <a:t>volorep</a:t>
            </a:r>
            <a:r>
              <a:rPr lang="en-US" dirty="0"/>
              <a:t> </a:t>
            </a:r>
            <a:r>
              <a:rPr lang="en-US" dirty="0" err="1"/>
              <a:t>elignisciet</a:t>
            </a:r>
            <a:r>
              <a:rPr lang="en-US" dirty="0"/>
              <a:t> et </a:t>
            </a:r>
            <a:r>
              <a:rPr lang="en-US" dirty="0" err="1"/>
              <a:t>lis</a:t>
            </a:r>
            <a:r>
              <a:rPr lang="en-US" dirty="0"/>
              <a:t> </a:t>
            </a:r>
            <a:r>
              <a:rPr lang="en-US" dirty="0" err="1"/>
              <a:t>consequis</a:t>
            </a:r>
            <a:r>
              <a:rPr lang="en-US" dirty="0"/>
              <a:t> </a:t>
            </a:r>
            <a:r>
              <a:rPr lang="en-US" dirty="0" err="1"/>
              <a:t>dem</a:t>
            </a:r>
            <a:r>
              <a:rPr lang="en-US" dirty="0"/>
              <a:t> </a:t>
            </a:r>
            <a:r>
              <a:rPr lang="en-US" dirty="0" err="1"/>
              <a:t>laut</a:t>
            </a:r>
            <a:r>
              <a:rPr lang="en-US" dirty="0"/>
              <a:t> </a:t>
            </a:r>
            <a:r>
              <a:rPr lang="en-US" dirty="0" err="1"/>
              <a:t>exera</a:t>
            </a:r>
            <a:r>
              <a:rPr lang="en-US" dirty="0"/>
              <a:t> </a:t>
            </a:r>
            <a:r>
              <a:rPr lang="en-US" dirty="0" err="1"/>
              <a:t>cupta</a:t>
            </a:r>
            <a:r>
              <a:rPr lang="en-US" dirty="0"/>
              <a:t> </a:t>
            </a:r>
            <a:r>
              <a:rPr lang="en-US" dirty="0" err="1"/>
              <a:t>voloresequat</a:t>
            </a:r>
            <a:r>
              <a:rPr lang="en-US" dirty="0"/>
              <a:t> </a:t>
            </a:r>
            <a:r>
              <a:rPr lang="en-US" dirty="0" err="1"/>
              <a:t>quia</a:t>
            </a:r>
            <a:r>
              <a:rPr lang="en-US" dirty="0"/>
              <a:t> </a:t>
            </a:r>
            <a:r>
              <a:rPr lang="en-US" dirty="0" err="1"/>
              <a:t>volenime</a:t>
            </a:r>
            <a:r>
              <a:rPr lang="en-US" dirty="0"/>
              <a:t> </a:t>
            </a:r>
            <a:r>
              <a:rPr lang="en-US" dirty="0" err="1"/>
              <a:t>essum</a:t>
            </a:r>
            <a:r>
              <a:rPr lang="en-US" dirty="0"/>
              <a:t> que </a:t>
            </a:r>
            <a:r>
              <a:rPr lang="en-US" dirty="0" err="1"/>
              <a:t>preriatiisim</a:t>
            </a:r>
            <a:r>
              <a:rPr lang="en-US" dirty="0"/>
              <a:t> </a:t>
            </a:r>
            <a:r>
              <a:rPr lang="en-US" dirty="0" err="1"/>
              <a:t>fuga</a:t>
            </a:r>
            <a:r>
              <a:rPr lang="en-US" dirty="0"/>
              <a:t>. </a:t>
            </a:r>
            <a:r>
              <a:rPr lang="en-US" dirty="0" err="1"/>
              <a:t>Ut</a:t>
            </a:r>
            <a:r>
              <a:rPr lang="en-US" dirty="0"/>
              <a:t> </a:t>
            </a:r>
            <a:r>
              <a:rPr lang="en-US" dirty="0" err="1"/>
              <a:t>eum</a:t>
            </a:r>
            <a:r>
              <a:rPr lang="en-US" dirty="0"/>
              <a:t> in nihil </a:t>
            </a:r>
            <a:r>
              <a:rPr lang="en-US" dirty="0" err="1"/>
              <a:t>ipsam</a:t>
            </a:r>
            <a:r>
              <a:rPr lang="en-US" dirty="0"/>
              <a:t>, </a:t>
            </a:r>
            <a:r>
              <a:rPr lang="en-US" dirty="0" err="1"/>
              <a:t>sanim</a:t>
            </a:r>
            <a:r>
              <a:rPr lang="en-US" dirty="0"/>
              <a:t> </a:t>
            </a:r>
            <a:r>
              <a:rPr lang="en-US" dirty="0" err="1"/>
              <a:t>eos</a:t>
            </a:r>
            <a:r>
              <a:rPr lang="en-US" dirty="0"/>
              <a:t> </a:t>
            </a:r>
            <a:r>
              <a:rPr lang="en-US" dirty="0" err="1"/>
              <a:t>aborporesti</a:t>
            </a:r>
            <a:r>
              <a:rPr lang="en-US" dirty="0"/>
              <a:t> </a:t>
            </a:r>
            <a:r>
              <a:rPr lang="en-US" dirty="0" err="1"/>
              <a:t>dolum</a:t>
            </a:r>
            <a:r>
              <a:rPr lang="en-US" dirty="0"/>
              <a:t>, .</a:t>
            </a:r>
          </a:p>
        </p:txBody>
      </p:sp>
      <p:sp>
        <p:nvSpPr>
          <p:cNvPr id="43" name="Text Placeholder 7"/>
          <p:cNvSpPr>
            <a:spLocks noGrp="1"/>
          </p:cNvSpPr>
          <p:nvPr>
            <p:ph type="body" sz="quarter" idx="39" hasCustomPrompt="1"/>
          </p:nvPr>
        </p:nvSpPr>
        <p:spPr>
          <a:xfrm>
            <a:off x="16294501" y="5142151"/>
            <a:ext cx="7194233" cy="2226122"/>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813" rtl="0" eaLnBrk="1" fontAlgn="base" latinLnBrk="0" hangingPunct="1">
              <a:lnSpc>
                <a:spcPct val="97000"/>
              </a:lnSpc>
              <a:spcBef>
                <a:spcPct val="0"/>
              </a:spcBef>
              <a:spcAft>
                <a:spcPts val="1021"/>
              </a:spcAft>
              <a:buClr>
                <a:srgbClr val="F89D21"/>
              </a:buClr>
              <a:buSzPct val="90000"/>
              <a:buFont typeface="Arial-BoldMT" charset="0"/>
              <a:buNone/>
              <a:tabLst/>
              <a:defRPr lang="en-US" sz="2042" b="0" i="0" spc="-22" baseline="0" smtClean="0">
                <a:solidFill>
                  <a:srgbClr val="4D4E4D"/>
                </a:solidFill>
                <a:ea typeface="+mj-ea"/>
              </a:defRPr>
            </a:lvl1pPr>
            <a:lvl2pPr marL="989107" indent="0">
              <a:buNone/>
              <a:defRPr lang="en-US" sz="8400" b="1" kern="1200" smtClean="0">
                <a:latin typeface="Arial" charset="0"/>
                <a:ea typeface="+mn-ea"/>
                <a:cs typeface="+mn-cs"/>
              </a:defRPr>
            </a:lvl2pPr>
            <a:lvl3pPr marL="2378301" indent="0">
              <a:buNone/>
              <a:defRPr lang="en-US" sz="8400" b="1" kern="1200" smtClean="0">
                <a:latin typeface="Arial" charset="0"/>
                <a:ea typeface="+mn-ea"/>
                <a:cs typeface="+mn-cs"/>
              </a:defRPr>
            </a:lvl3pPr>
            <a:lvl4pPr marL="3978655" indent="0">
              <a:buNone/>
              <a:defRPr lang="en-US" sz="8400" b="1" kern="1200" smtClean="0">
                <a:latin typeface="Arial" charset="0"/>
                <a:ea typeface="+mn-ea"/>
                <a:cs typeface="+mn-cs"/>
              </a:defRPr>
            </a:lvl4pPr>
            <a:lvl5pPr marL="5579008" indent="0">
              <a:buNone/>
              <a:defRPr lang="en-US" sz="8400" b="1" kern="1200">
                <a:latin typeface="Arial" charset="0"/>
                <a:ea typeface="+mn-ea"/>
                <a:cs typeface="+mn-cs"/>
              </a:defRPr>
            </a:lvl5pPr>
          </a:lstStyle>
          <a:p>
            <a:pPr marL="0" marR="0" lvl="0" indent="0" algn="l" defTabSz="666813"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a:t>Type in or paste your text here. </a:t>
            </a:r>
            <a:r>
              <a:rPr lang="en-US" dirty="0" err="1"/>
              <a:t>Nonsequis</a:t>
            </a:r>
            <a:r>
              <a:rPr lang="en-US" dirty="0"/>
              <a:t> mint </a:t>
            </a:r>
            <a:r>
              <a:rPr lang="en-US" dirty="0" err="1"/>
              <a:t>hari</a:t>
            </a:r>
            <a:r>
              <a:rPr lang="en-US" dirty="0"/>
              <a:t> </a:t>
            </a:r>
            <a:r>
              <a:rPr lang="en-US" dirty="0" err="1"/>
              <a:t>descieniet</a:t>
            </a:r>
            <a:r>
              <a:rPr lang="en-US" dirty="0"/>
              <a:t> </a:t>
            </a:r>
            <a:r>
              <a:rPr lang="en-US" dirty="0" err="1"/>
              <a:t>untis</a:t>
            </a:r>
            <a:r>
              <a:rPr lang="en-US" dirty="0"/>
              <a:t> ne </a:t>
            </a:r>
            <a:r>
              <a:rPr lang="en-US" dirty="0" err="1"/>
              <a:t>nisimai</a:t>
            </a:r>
            <a:r>
              <a:rPr lang="en-US" dirty="0"/>
              <a:t> </a:t>
            </a:r>
            <a:r>
              <a:rPr lang="en-US" dirty="0" err="1"/>
              <a:t>oriberene</a:t>
            </a:r>
            <a:r>
              <a:rPr lang="en-US" dirty="0"/>
              <a:t> </a:t>
            </a:r>
            <a:r>
              <a:rPr lang="en-US" dirty="0" err="1"/>
              <a:t>volorporem</a:t>
            </a:r>
            <a:r>
              <a:rPr lang="en-US" dirty="0"/>
              <a:t> </a:t>
            </a:r>
            <a:r>
              <a:rPr lang="en-US" dirty="0" err="1"/>
              <a:t>quia</a:t>
            </a:r>
            <a:r>
              <a:rPr lang="en-US" dirty="0"/>
              <a:t> </a:t>
            </a:r>
            <a:r>
              <a:rPr lang="en-US" dirty="0" err="1"/>
              <a:t>prore</a:t>
            </a:r>
            <a:r>
              <a:rPr lang="en-US" dirty="0"/>
              <a:t> </a:t>
            </a:r>
            <a:r>
              <a:rPr lang="en-US" dirty="0" err="1"/>
              <a:t>volorestrum</a:t>
            </a:r>
            <a:r>
              <a:rPr lang="en-US" dirty="0"/>
              <a:t> quae </a:t>
            </a:r>
            <a:r>
              <a:rPr lang="en-US" dirty="0" err="1"/>
              <a:t>es</a:t>
            </a:r>
            <a:r>
              <a:rPr lang="en-US" dirty="0"/>
              <a:t> </a:t>
            </a:r>
            <a:r>
              <a:rPr lang="en-US" dirty="0" err="1"/>
              <a:t>eum</a:t>
            </a:r>
            <a:r>
              <a:rPr lang="en-US" dirty="0"/>
              <a:t> </a:t>
            </a:r>
            <a:r>
              <a:rPr lang="en-US" dirty="0" err="1"/>
              <a:t>elent</a:t>
            </a:r>
            <a:r>
              <a:rPr lang="en-US" dirty="0"/>
              <a:t> </a:t>
            </a:r>
            <a:r>
              <a:rPr lang="en-US" dirty="0" err="1"/>
              <a:t>verspicatia</a:t>
            </a:r>
            <a:r>
              <a:rPr lang="en-US" dirty="0"/>
              <a:t> </a:t>
            </a:r>
            <a:r>
              <a:rPr lang="en-US" dirty="0" err="1"/>
              <a:t>entiorr</a:t>
            </a:r>
            <a:r>
              <a:rPr lang="en-US" dirty="0"/>
              <a:t> </a:t>
            </a:r>
            <a:r>
              <a:rPr lang="en-US" dirty="0" err="1"/>
              <a:t>oviduciis</a:t>
            </a:r>
            <a:r>
              <a:rPr lang="en-US" dirty="0"/>
              <a:t> pro </a:t>
            </a:r>
            <a:r>
              <a:rPr lang="en-US" dirty="0" err="1"/>
              <a:t>odi</a:t>
            </a:r>
            <a:r>
              <a:rPr lang="en-US" dirty="0"/>
              <a:t> </a:t>
            </a:r>
            <a:r>
              <a:rPr lang="en-US" dirty="0" err="1"/>
              <a:t>nulliqui</a:t>
            </a:r>
            <a:r>
              <a:rPr lang="en-US" dirty="0"/>
              <a:t> </a:t>
            </a:r>
            <a:r>
              <a:rPr lang="en-US" dirty="0" err="1"/>
              <a:t>duciuntiam</a:t>
            </a:r>
            <a:r>
              <a:rPr lang="en-US" dirty="0"/>
              <a:t>, </a:t>
            </a:r>
            <a:r>
              <a:rPr lang="en-US" dirty="0" err="1"/>
              <a:t>sam</a:t>
            </a:r>
            <a:r>
              <a:rPr lang="en-US" dirty="0"/>
              <a:t>, quo test </a:t>
            </a:r>
            <a:r>
              <a:rPr lang="en-US" dirty="0" err="1"/>
              <a:t>autaquo</a:t>
            </a:r>
            <a:r>
              <a:rPr lang="en-US" dirty="0"/>
              <a:t> quod </a:t>
            </a:r>
            <a:r>
              <a:rPr lang="en-US" dirty="0" err="1"/>
              <a:t>eum</a:t>
            </a:r>
            <a:r>
              <a:rPr lang="en-US" dirty="0"/>
              <a:t> </a:t>
            </a:r>
            <a:r>
              <a:rPr lang="en-US" dirty="0" err="1"/>
              <a:t>asperi</a:t>
            </a:r>
            <a:r>
              <a:rPr lang="en-US" dirty="0"/>
              <a:t> as </a:t>
            </a:r>
            <a:r>
              <a:rPr lang="en-US" dirty="0" err="1"/>
              <a:t>dolut</a:t>
            </a:r>
            <a:r>
              <a:rPr lang="en-US" dirty="0"/>
              <a:t> quos </a:t>
            </a:r>
            <a:r>
              <a:rPr lang="en-US" dirty="0" err="1"/>
              <a:t>voluptatur</a:t>
            </a:r>
            <a:r>
              <a:rPr lang="en-US" dirty="0"/>
              <a:t> </a:t>
            </a:r>
            <a:r>
              <a:rPr lang="en-US" dirty="0" err="1"/>
              <a:t>aut</a:t>
            </a:r>
            <a:r>
              <a:rPr lang="en-US" dirty="0"/>
              <a:t> quae </a:t>
            </a:r>
            <a:r>
              <a:rPr lang="en-US" dirty="0" err="1"/>
              <a:t>sint</a:t>
            </a:r>
            <a:r>
              <a:rPr lang="en-US" dirty="0"/>
              <a:t> </a:t>
            </a:r>
            <a:r>
              <a:rPr lang="en-US" dirty="0" err="1"/>
              <a:t>erum</a:t>
            </a:r>
            <a:r>
              <a:rPr lang="en-US" dirty="0"/>
              <a:t> </a:t>
            </a:r>
            <a:r>
              <a:rPr lang="en-US" dirty="0" err="1"/>
              <a:t>eos</a:t>
            </a:r>
            <a:r>
              <a:rPr lang="en-US" dirty="0"/>
              <a:t> </a:t>
            </a:r>
            <a:r>
              <a:rPr lang="en-US" dirty="0" err="1"/>
              <a:t>aborporesti</a:t>
            </a:r>
            <a:r>
              <a:rPr lang="en-US" dirty="0"/>
              <a:t> </a:t>
            </a:r>
            <a:r>
              <a:rPr lang="en-US" dirty="0" err="1"/>
              <a:t>dolum</a:t>
            </a:r>
            <a:r>
              <a:rPr lang="en-US" dirty="0"/>
              <a:t>, que pa </a:t>
            </a:r>
            <a:r>
              <a:rPr lang="en-US" dirty="0" err="1"/>
              <a:t>conecabore</a:t>
            </a:r>
            <a:r>
              <a:rPr lang="en-US" dirty="0"/>
              <a:t> </a:t>
            </a:r>
            <a:r>
              <a:rPr lang="en-US" dirty="0" err="1"/>
              <a:t>nullut</a:t>
            </a:r>
            <a:r>
              <a:rPr lang="en-US" dirty="0"/>
              <a:t> </a:t>
            </a:r>
            <a:r>
              <a:rPr lang="en-US" dirty="0" err="1"/>
              <a:t>ipsae</a:t>
            </a:r>
            <a:r>
              <a:rPr lang="en-US" dirty="0"/>
              <a:t> </a:t>
            </a:r>
            <a:r>
              <a:rPr lang="en-US" dirty="0" err="1"/>
              <a:t>nis</a:t>
            </a:r>
            <a:r>
              <a:rPr lang="en-US" dirty="0"/>
              <a:t> </a:t>
            </a:r>
            <a:r>
              <a:rPr lang="en-US" dirty="0" err="1"/>
              <a:t>debis</a:t>
            </a:r>
            <a:r>
              <a:rPr lang="en-US" dirty="0"/>
              <a:t> </a:t>
            </a:r>
            <a:r>
              <a:rPr lang="en-US" dirty="0" err="1"/>
              <a:t>adi</a:t>
            </a:r>
            <a:r>
              <a:rPr lang="en-US" dirty="0"/>
              <a:t> non </a:t>
            </a:r>
            <a:r>
              <a:rPr lang="en-US" dirty="0" err="1"/>
              <a:t>reperios</a:t>
            </a:r>
            <a:r>
              <a:rPr lang="en-US" dirty="0"/>
              <a:t> </a:t>
            </a:r>
            <a:r>
              <a:rPr lang="en-US" dirty="0" err="1"/>
              <a:t>etur</a:t>
            </a:r>
            <a:r>
              <a:rPr lang="en-US" dirty="0"/>
              <a:t> </a:t>
            </a:r>
            <a:r>
              <a:rPr lang="en-US" dirty="0" err="1"/>
              <a:t>rerum</a:t>
            </a:r>
            <a:r>
              <a:rPr lang="en-US" dirty="0"/>
              <a:t> </a:t>
            </a:r>
            <a:r>
              <a:rPr lang="en-US" dirty="0" err="1"/>
              <a:t>vellabo</a:t>
            </a:r>
            <a:r>
              <a:rPr lang="en-US" dirty="0"/>
              <a:t>.</a:t>
            </a:r>
          </a:p>
        </p:txBody>
      </p:sp>
      <p:sp>
        <p:nvSpPr>
          <p:cNvPr id="44" name="Text Placeholder 7"/>
          <p:cNvSpPr>
            <a:spLocks noGrp="1"/>
          </p:cNvSpPr>
          <p:nvPr>
            <p:ph type="body" sz="quarter" idx="40" hasCustomPrompt="1"/>
          </p:nvPr>
        </p:nvSpPr>
        <p:spPr>
          <a:xfrm>
            <a:off x="16294501" y="13290431"/>
            <a:ext cx="7194233" cy="2835776"/>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813" rtl="0" eaLnBrk="1" fontAlgn="base" latinLnBrk="0" hangingPunct="1">
              <a:lnSpc>
                <a:spcPct val="97000"/>
              </a:lnSpc>
              <a:spcBef>
                <a:spcPct val="0"/>
              </a:spcBef>
              <a:spcAft>
                <a:spcPts val="1021"/>
              </a:spcAft>
              <a:buClr>
                <a:srgbClr val="F89D21"/>
              </a:buClr>
              <a:buSzPct val="90000"/>
              <a:buFont typeface="Arial-BoldMT" charset="0"/>
              <a:buNone/>
              <a:tabLst/>
              <a:defRPr lang="en-US" sz="2042" b="0" i="0" spc="-22" baseline="0">
                <a:solidFill>
                  <a:srgbClr val="4D4E4D"/>
                </a:solidFill>
                <a:ea typeface="+mj-ea"/>
              </a:defRPr>
            </a:lvl1pPr>
            <a:lvl2pPr marL="989107" indent="0">
              <a:buNone/>
              <a:defRPr lang="en-US" sz="8400" b="1" kern="1200" smtClean="0">
                <a:latin typeface="Arial" charset="0"/>
                <a:ea typeface="+mn-ea"/>
                <a:cs typeface="+mn-cs"/>
              </a:defRPr>
            </a:lvl2pPr>
            <a:lvl3pPr marL="2378301" indent="0">
              <a:buNone/>
              <a:defRPr lang="en-US" sz="8400" b="1" kern="1200" smtClean="0">
                <a:latin typeface="Arial" charset="0"/>
                <a:ea typeface="+mn-ea"/>
                <a:cs typeface="+mn-cs"/>
              </a:defRPr>
            </a:lvl3pPr>
            <a:lvl4pPr marL="3978655" indent="0">
              <a:buNone/>
              <a:defRPr lang="en-US" sz="8400" b="1" kern="1200" smtClean="0">
                <a:latin typeface="Arial" charset="0"/>
                <a:ea typeface="+mn-ea"/>
                <a:cs typeface="+mn-cs"/>
              </a:defRPr>
            </a:lvl4pPr>
            <a:lvl5pPr marL="5579008" indent="0">
              <a:buNone/>
              <a:defRPr lang="en-US" sz="8400" b="1" kern="1200">
                <a:latin typeface="Arial" charset="0"/>
                <a:ea typeface="+mn-ea"/>
                <a:cs typeface="+mn-cs"/>
              </a:defRPr>
            </a:lvl5pPr>
          </a:lstStyle>
          <a:p>
            <a:pPr marL="0" marR="0" lvl="0" indent="0" algn="l" defTabSz="666813"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err="1"/>
              <a:t>Cullore</a:t>
            </a:r>
            <a:r>
              <a:rPr lang="en-US" dirty="0"/>
              <a:t> </a:t>
            </a:r>
            <a:r>
              <a:rPr lang="en-US" dirty="0" err="1"/>
              <a:t>nonsequis</a:t>
            </a:r>
            <a:r>
              <a:rPr lang="en-US" dirty="0"/>
              <a:t> mint </a:t>
            </a:r>
            <a:r>
              <a:rPr lang="en-US" dirty="0" err="1"/>
              <a:t>hari</a:t>
            </a:r>
            <a:r>
              <a:rPr lang="en-US" dirty="0"/>
              <a:t> </a:t>
            </a:r>
            <a:r>
              <a:rPr lang="en-US" dirty="0" err="1"/>
              <a:t>descieniet</a:t>
            </a:r>
            <a:r>
              <a:rPr lang="en-US" dirty="0"/>
              <a:t> </a:t>
            </a:r>
            <a:r>
              <a:rPr lang="en-US" dirty="0" err="1"/>
              <a:t>untis</a:t>
            </a:r>
            <a:r>
              <a:rPr lang="en-US" dirty="0"/>
              <a:t> ne </a:t>
            </a:r>
            <a:r>
              <a:rPr lang="en-US" dirty="0" err="1"/>
              <a:t>nisimai</a:t>
            </a:r>
            <a:r>
              <a:rPr lang="en-US" dirty="0"/>
              <a:t> </a:t>
            </a:r>
            <a:r>
              <a:rPr lang="en-US" dirty="0" err="1"/>
              <a:t>oriberene</a:t>
            </a:r>
            <a:r>
              <a:rPr lang="en-US" dirty="0"/>
              <a:t> </a:t>
            </a:r>
            <a:r>
              <a:rPr lang="en-US" dirty="0" err="1"/>
              <a:t>volorporem</a:t>
            </a:r>
            <a:r>
              <a:rPr lang="en-US" dirty="0"/>
              <a:t> </a:t>
            </a:r>
            <a:r>
              <a:rPr lang="en-US" dirty="0" err="1"/>
              <a:t>quia</a:t>
            </a:r>
            <a:r>
              <a:rPr lang="en-US" dirty="0"/>
              <a:t> </a:t>
            </a:r>
            <a:r>
              <a:rPr lang="en-US" dirty="0" err="1"/>
              <a:t>prore</a:t>
            </a:r>
            <a:r>
              <a:rPr lang="en-US" dirty="0"/>
              <a:t> </a:t>
            </a:r>
            <a:r>
              <a:rPr lang="en-US" dirty="0" err="1"/>
              <a:t>volorestrum</a:t>
            </a:r>
            <a:r>
              <a:rPr lang="en-US" dirty="0"/>
              <a:t> quae </a:t>
            </a:r>
            <a:r>
              <a:rPr lang="en-US" dirty="0" err="1"/>
              <a:t>es</a:t>
            </a:r>
            <a:r>
              <a:rPr lang="en-US" dirty="0"/>
              <a:t> </a:t>
            </a:r>
            <a:r>
              <a:rPr lang="en-US" dirty="0" err="1"/>
              <a:t>eum</a:t>
            </a:r>
            <a:r>
              <a:rPr lang="en-US" dirty="0"/>
              <a:t> </a:t>
            </a:r>
            <a:r>
              <a:rPr lang="en-US" dirty="0" err="1"/>
              <a:t>elent</a:t>
            </a:r>
            <a:r>
              <a:rPr lang="en-US" dirty="0"/>
              <a:t> </a:t>
            </a:r>
            <a:r>
              <a:rPr lang="en-US" dirty="0" err="1"/>
              <a:t>verspicatia</a:t>
            </a:r>
            <a:r>
              <a:rPr lang="en-US" dirty="0"/>
              <a:t> </a:t>
            </a:r>
            <a:r>
              <a:rPr lang="en-US" dirty="0" err="1"/>
              <a:t>entiorr</a:t>
            </a:r>
            <a:r>
              <a:rPr lang="en-US" dirty="0"/>
              <a:t> </a:t>
            </a:r>
            <a:r>
              <a:rPr lang="en-US" dirty="0" err="1"/>
              <a:t>oviduciis</a:t>
            </a:r>
            <a:r>
              <a:rPr lang="en-US" dirty="0"/>
              <a:t> pro </a:t>
            </a:r>
            <a:r>
              <a:rPr lang="en-US" dirty="0" err="1"/>
              <a:t>odi</a:t>
            </a:r>
            <a:r>
              <a:rPr lang="en-US" dirty="0"/>
              <a:t> </a:t>
            </a:r>
            <a:r>
              <a:rPr lang="en-US" dirty="0" err="1"/>
              <a:t>nulliqui</a:t>
            </a:r>
            <a:r>
              <a:rPr lang="en-US" dirty="0"/>
              <a:t> </a:t>
            </a:r>
            <a:r>
              <a:rPr lang="en-US" dirty="0" err="1"/>
              <a:t>duciuntiam</a:t>
            </a:r>
            <a:r>
              <a:rPr lang="en-US" dirty="0"/>
              <a:t>, </a:t>
            </a:r>
            <a:r>
              <a:rPr lang="en-US" dirty="0" err="1"/>
              <a:t>sam</a:t>
            </a:r>
            <a:r>
              <a:rPr lang="en-US" dirty="0"/>
              <a:t>, quo test </a:t>
            </a:r>
            <a:r>
              <a:rPr lang="en-US" dirty="0" err="1"/>
              <a:t>autaquo</a:t>
            </a:r>
            <a:r>
              <a:rPr lang="en-US" dirty="0"/>
              <a:t> quod </a:t>
            </a:r>
            <a:r>
              <a:rPr lang="en-US" dirty="0" err="1"/>
              <a:t>eum</a:t>
            </a:r>
            <a:r>
              <a:rPr lang="en-US" dirty="0"/>
              <a:t> </a:t>
            </a:r>
            <a:r>
              <a:rPr lang="en-US" dirty="0" err="1"/>
              <a:t>asperi</a:t>
            </a:r>
            <a:r>
              <a:rPr lang="en-US" dirty="0"/>
              <a:t> as </a:t>
            </a:r>
            <a:r>
              <a:rPr lang="en-US" dirty="0" err="1"/>
              <a:t>dolut</a:t>
            </a:r>
            <a:r>
              <a:rPr lang="en-US" dirty="0"/>
              <a:t> quos </a:t>
            </a:r>
            <a:r>
              <a:rPr lang="en-US" dirty="0" err="1"/>
              <a:t>voluptatur</a:t>
            </a:r>
            <a:r>
              <a:rPr lang="en-US" dirty="0"/>
              <a:t> </a:t>
            </a:r>
            <a:r>
              <a:rPr lang="en-US" dirty="0" err="1"/>
              <a:t>aut</a:t>
            </a:r>
            <a:r>
              <a:rPr lang="en-US" dirty="0"/>
              <a:t> quae </a:t>
            </a:r>
            <a:r>
              <a:rPr lang="en-US" dirty="0" err="1"/>
              <a:t>sint</a:t>
            </a:r>
            <a:r>
              <a:rPr lang="en-US" dirty="0"/>
              <a:t> </a:t>
            </a:r>
            <a:r>
              <a:rPr lang="en-US" dirty="0" err="1"/>
              <a:t>erum</a:t>
            </a:r>
            <a:r>
              <a:rPr lang="en-US" dirty="0"/>
              <a:t> </a:t>
            </a:r>
            <a:r>
              <a:rPr lang="en-US" dirty="0" err="1"/>
              <a:t>eos</a:t>
            </a:r>
            <a:r>
              <a:rPr lang="en-US" dirty="0"/>
              <a:t> </a:t>
            </a:r>
            <a:r>
              <a:rPr lang="en-US" dirty="0" err="1"/>
              <a:t>aborporesti</a:t>
            </a:r>
            <a:r>
              <a:rPr lang="en-US" dirty="0"/>
              <a:t> </a:t>
            </a:r>
            <a:r>
              <a:rPr lang="en-US" dirty="0" err="1"/>
              <a:t>dolum</a:t>
            </a:r>
            <a:r>
              <a:rPr lang="en-US" dirty="0"/>
              <a:t>, que pa </a:t>
            </a:r>
            <a:r>
              <a:rPr lang="en-US" dirty="0" err="1"/>
              <a:t>conecabore</a:t>
            </a:r>
            <a:r>
              <a:rPr lang="en-US" dirty="0"/>
              <a:t> </a:t>
            </a:r>
            <a:r>
              <a:rPr lang="en-US" dirty="0" err="1"/>
              <a:t>nullut</a:t>
            </a:r>
            <a:r>
              <a:rPr lang="en-US" dirty="0"/>
              <a:t> </a:t>
            </a:r>
            <a:r>
              <a:rPr lang="en-US" dirty="0" err="1"/>
              <a:t>ipsae</a:t>
            </a:r>
            <a:r>
              <a:rPr lang="en-US" dirty="0"/>
              <a:t> </a:t>
            </a:r>
            <a:r>
              <a:rPr lang="en-US" dirty="0" err="1"/>
              <a:t>nis</a:t>
            </a:r>
            <a:r>
              <a:rPr lang="en-US" dirty="0"/>
              <a:t> </a:t>
            </a:r>
            <a:r>
              <a:rPr lang="en-US" dirty="0" err="1"/>
              <a:t>debis</a:t>
            </a:r>
            <a:r>
              <a:rPr lang="en-US" dirty="0"/>
              <a:t> </a:t>
            </a:r>
            <a:r>
              <a:rPr lang="en-US" dirty="0" err="1"/>
              <a:t>adi</a:t>
            </a:r>
            <a:r>
              <a:rPr lang="en-US" dirty="0"/>
              <a:t> non </a:t>
            </a:r>
            <a:r>
              <a:rPr lang="en-US" dirty="0" err="1"/>
              <a:t>reperios</a:t>
            </a:r>
            <a:r>
              <a:rPr lang="en-US" dirty="0"/>
              <a:t> </a:t>
            </a:r>
            <a:r>
              <a:rPr lang="en-US" dirty="0" err="1"/>
              <a:t>etur</a:t>
            </a:r>
            <a:r>
              <a:rPr lang="en-US" dirty="0"/>
              <a:t> </a:t>
            </a:r>
            <a:r>
              <a:rPr lang="en-US" dirty="0" err="1"/>
              <a:t>rerum</a:t>
            </a:r>
            <a:r>
              <a:rPr lang="en-US" dirty="0"/>
              <a:t> </a:t>
            </a:r>
            <a:r>
              <a:rPr lang="en-US" dirty="0" err="1"/>
              <a:t>vellabo</a:t>
            </a:r>
            <a:r>
              <a:rPr lang="en-US" dirty="0"/>
              <a:t>. </a:t>
            </a:r>
            <a:r>
              <a:rPr lang="en-US" dirty="0" err="1"/>
              <a:t>Ut</a:t>
            </a:r>
            <a:r>
              <a:rPr lang="en-US" dirty="0"/>
              <a:t> </a:t>
            </a:r>
            <a:r>
              <a:rPr lang="en-US" dirty="0" err="1"/>
              <a:t>dolorepudis</a:t>
            </a:r>
            <a:r>
              <a:rPr lang="en-US" dirty="0"/>
              <a:t> </a:t>
            </a:r>
            <a:r>
              <a:rPr lang="en-US" dirty="0" err="1"/>
              <a:t>volorep</a:t>
            </a:r>
            <a:r>
              <a:rPr lang="en-US" dirty="0"/>
              <a:t> </a:t>
            </a:r>
            <a:r>
              <a:rPr lang="en-US" dirty="0" err="1"/>
              <a:t>elignisciet</a:t>
            </a:r>
            <a:r>
              <a:rPr lang="en-US" dirty="0"/>
              <a:t> et </a:t>
            </a:r>
            <a:r>
              <a:rPr lang="en-US" dirty="0" err="1"/>
              <a:t>lis</a:t>
            </a:r>
            <a:r>
              <a:rPr lang="en-US" dirty="0"/>
              <a:t> </a:t>
            </a:r>
            <a:r>
              <a:rPr lang="en-US" dirty="0" err="1"/>
              <a:t>consequis</a:t>
            </a:r>
            <a:r>
              <a:rPr lang="en-US" dirty="0"/>
              <a:t> </a:t>
            </a:r>
            <a:r>
              <a:rPr lang="en-US" dirty="0" err="1"/>
              <a:t>dem</a:t>
            </a:r>
            <a:r>
              <a:rPr lang="en-US" dirty="0"/>
              <a:t> </a:t>
            </a:r>
            <a:r>
              <a:rPr lang="en-US" dirty="0" err="1"/>
              <a:t>laut</a:t>
            </a:r>
            <a:r>
              <a:rPr lang="en-US" dirty="0"/>
              <a:t> </a:t>
            </a:r>
            <a:r>
              <a:rPr lang="en-US" dirty="0" err="1"/>
              <a:t>exera</a:t>
            </a:r>
            <a:r>
              <a:rPr lang="en-US" dirty="0"/>
              <a:t> </a:t>
            </a:r>
            <a:r>
              <a:rPr lang="en-US" dirty="0" err="1"/>
              <a:t>cupta</a:t>
            </a:r>
            <a:r>
              <a:rPr lang="en-US" dirty="0"/>
              <a:t> </a:t>
            </a:r>
            <a:r>
              <a:rPr lang="en-US" dirty="0" err="1"/>
              <a:t>voloresequat</a:t>
            </a:r>
            <a:r>
              <a:rPr lang="en-US" dirty="0"/>
              <a:t> </a:t>
            </a:r>
            <a:r>
              <a:rPr lang="en-US" dirty="0" err="1"/>
              <a:t>quia</a:t>
            </a:r>
            <a:r>
              <a:rPr lang="en-US" dirty="0"/>
              <a:t> </a:t>
            </a:r>
            <a:r>
              <a:rPr lang="en-US" dirty="0" err="1"/>
              <a:t>volenime</a:t>
            </a:r>
            <a:r>
              <a:rPr lang="en-US" dirty="0"/>
              <a:t> </a:t>
            </a:r>
            <a:r>
              <a:rPr lang="en-US" dirty="0" err="1"/>
              <a:t>essum</a:t>
            </a:r>
            <a:r>
              <a:rPr lang="en-US" dirty="0"/>
              <a:t> que </a:t>
            </a:r>
            <a:r>
              <a:rPr lang="en-US" dirty="0" err="1"/>
              <a:t>preriatiisim</a:t>
            </a:r>
            <a:r>
              <a:rPr lang="en-US" dirty="0"/>
              <a:t>. </a:t>
            </a:r>
          </a:p>
        </p:txBody>
      </p:sp>
      <p:sp>
        <p:nvSpPr>
          <p:cNvPr id="45" name="Text Placeholder 7"/>
          <p:cNvSpPr>
            <a:spLocks noGrp="1"/>
          </p:cNvSpPr>
          <p:nvPr>
            <p:ph type="body" sz="quarter" idx="41" hasCustomPrompt="1"/>
          </p:nvPr>
        </p:nvSpPr>
        <p:spPr>
          <a:xfrm>
            <a:off x="16294501" y="16359238"/>
            <a:ext cx="7194233" cy="2226122"/>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813" rtl="0" eaLnBrk="1" fontAlgn="base" latinLnBrk="0" hangingPunct="1">
              <a:lnSpc>
                <a:spcPct val="97000"/>
              </a:lnSpc>
              <a:spcBef>
                <a:spcPct val="0"/>
              </a:spcBef>
              <a:spcAft>
                <a:spcPts val="1021"/>
              </a:spcAft>
              <a:buClr>
                <a:srgbClr val="F89D21"/>
              </a:buClr>
              <a:buSzPct val="90000"/>
              <a:buFont typeface="Arial-BoldMT" charset="0"/>
              <a:buNone/>
              <a:tabLst/>
              <a:defRPr lang="en-US" sz="2042" b="0" i="0" spc="-22" baseline="0">
                <a:solidFill>
                  <a:srgbClr val="4D4E4D"/>
                </a:solidFill>
                <a:ea typeface="+mj-ea"/>
              </a:defRPr>
            </a:lvl1pPr>
            <a:lvl2pPr marL="989107" indent="0">
              <a:buNone/>
              <a:defRPr lang="en-US" sz="8400" b="1" kern="1200" smtClean="0">
                <a:latin typeface="Arial" charset="0"/>
                <a:ea typeface="+mn-ea"/>
                <a:cs typeface="+mn-cs"/>
              </a:defRPr>
            </a:lvl2pPr>
            <a:lvl3pPr marL="2378301" indent="0">
              <a:buNone/>
              <a:defRPr lang="en-US" sz="8400" b="1" kern="1200" smtClean="0">
                <a:latin typeface="Arial" charset="0"/>
                <a:ea typeface="+mn-ea"/>
                <a:cs typeface="+mn-cs"/>
              </a:defRPr>
            </a:lvl3pPr>
            <a:lvl4pPr marL="3978655" indent="0">
              <a:buNone/>
              <a:defRPr lang="en-US" sz="8400" b="1" kern="1200" smtClean="0">
                <a:latin typeface="Arial" charset="0"/>
                <a:ea typeface="+mn-ea"/>
                <a:cs typeface="+mn-cs"/>
              </a:defRPr>
            </a:lvl4pPr>
            <a:lvl5pPr marL="5579008" indent="0">
              <a:buNone/>
              <a:defRPr lang="en-US" sz="8400" b="1" kern="1200">
                <a:latin typeface="Arial" charset="0"/>
                <a:ea typeface="+mn-ea"/>
                <a:cs typeface="+mn-cs"/>
              </a:defRPr>
            </a:lvl5pPr>
          </a:lstStyle>
          <a:p>
            <a:pPr marL="0" marR="0" lvl="0" indent="0" algn="l" defTabSz="666813"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err="1"/>
              <a:t>Cullore</a:t>
            </a:r>
            <a:r>
              <a:rPr lang="en-US" dirty="0"/>
              <a:t> </a:t>
            </a:r>
            <a:r>
              <a:rPr lang="en-US" dirty="0" err="1"/>
              <a:t>nonsequis</a:t>
            </a:r>
            <a:r>
              <a:rPr lang="en-US" dirty="0"/>
              <a:t> mint </a:t>
            </a:r>
            <a:r>
              <a:rPr lang="en-US" dirty="0" err="1"/>
              <a:t>hari</a:t>
            </a:r>
            <a:r>
              <a:rPr lang="en-US" dirty="0"/>
              <a:t> </a:t>
            </a:r>
            <a:r>
              <a:rPr lang="en-US" dirty="0" err="1"/>
              <a:t>descieniet</a:t>
            </a:r>
            <a:r>
              <a:rPr lang="en-US" dirty="0"/>
              <a:t> </a:t>
            </a:r>
            <a:r>
              <a:rPr lang="en-US" dirty="0" err="1"/>
              <a:t>untis</a:t>
            </a:r>
            <a:r>
              <a:rPr lang="en-US" dirty="0"/>
              <a:t> ne </a:t>
            </a:r>
            <a:r>
              <a:rPr lang="en-US" dirty="0" err="1"/>
              <a:t>nisimai</a:t>
            </a:r>
            <a:r>
              <a:rPr lang="en-US" dirty="0"/>
              <a:t> </a:t>
            </a:r>
            <a:r>
              <a:rPr lang="en-US" dirty="0" err="1"/>
              <a:t>oriberene</a:t>
            </a:r>
            <a:r>
              <a:rPr lang="en-US" dirty="0"/>
              <a:t> </a:t>
            </a:r>
            <a:r>
              <a:rPr lang="en-US" dirty="0" err="1"/>
              <a:t>volorporem</a:t>
            </a:r>
            <a:r>
              <a:rPr lang="en-US" dirty="0"/>
              <a:t> </a:t>
            </a:r>
            <a:r>
              <a:rPr lang="en-US" dirty="0" err="1"/>
              <a:t>quia</a:t>
            </a:r>
            <a:r>
              <a:rPr lang="en-US" dirty="0"/>
              <a:t> </a:t>
            </a:r>
            <a:r>
              <a:rPr lang="en-US" dirty="0" err="1"/>
              <a:t>prore</a:t>
            </a:r>
            <a:r>
              <a:rPr lang="en-US" dirty="0"/>
              <a:t> </a:t>
            </a:r>
            <a:r>
              <a:rPr lang="en-US" dirty="0" err="1"/>
              <a:t>volorestrum</a:t>
            </a:r>
            <a:r>
              <a:rPr lang="en-US" dirty="0"/>
              <a:t> quae </a:t>
            </a:r>
            <a:r>
              <a:rPr lang="en-US" dirty="0" err="1"/>
              <a:t>es</a:t>
            </a:r>
            <a:r>
              <a:rPr lang="en-US" dirty="0"/>
              <a:t> </a:t>
            </a:r>
            <a:r>
              <a:rPr lang="en-US" dirty="0" err="1"/>
              <a:t>eum</a:t>
            </a:r>
            <a:r>
              <a:rPr lang="en-US" dirty="0"/>
              <a:t> </a:t>
            </a:r>
            <a:r>
              <a:rPr lang="en-US" dirty="0" err="1"/>
              <a:t>elent</a:t>
            </a:r>
            <a:r>
              <a:rPr lang="en-US" dirty="0"/>
              <a:t> </a:t>
            </a:r>
            <a:r>
              <a:rPr lang="en-US" dirty="0" err="1"/>
              <a:t>verspicatia</a:t>
            </a:r>
            <a:r>
              <a:rPr lang="en-US" dirty="0"/>
              <a:t> </a:t>
            </a:r>
            <a:r>
              <a:rPr lang="en-US" dirty="0" err="1"/>
              <a:t>entiorr</a:t>
            </a:r>
            <a:r>
              <a:rPr lang="en-US" dirty="0"/>
              <a:t> </a:t>
            </a:r>
            <a:r>
              <a:rPr lang="en-US" dirty="0" err="1"/>
              <a:t>oviduciis</a:t>
            </a:r>
            <a:r>
              <a:rPr lang="en-US" dirty="0"/>
              <a:t> pro </a:t>
            </a:r>
            <a:r>
              <a:rPr lang="en-US" dirty="0" err="1"/>
              <a:t>odi</a:t>
            </a:r>
            <a:r>
              <a:rPr lang="en-US" dirty="0"/>
              <a:t> </a:t>
            </a:r>
            <a:r>
              <a:rPr lang="en-US" dirty="0" err="1"/>
              <a:t>nulliqui</a:t>
            </a:r>
            <a:r>
              <a:rPr lang="en-US" dirty="0"/>
              <a:t> </a:t>
            </a:r>
            <a:r>
              <a:rPr lang="en-US" dirty="0" err="1"/>
              <a:t>duciuntiam</a:t>
            </a:r>
            <a:r>
              <a:rPr lang="en-US" dirty="0"/>
              <a:t>, </a:t>
            </a:r>
            <a:r>
              <a:rPr lang="en-US" dirty="0" err="1"/>
              <a:t>sam</a:t>
            </a:r>
            <a:r>
              <a:rPr lang="en-US" dirty="0"/>
              <a:t>, quo test </a:t>
            </a:r>
            <a:r>
              <a:rPr lang="en-US" dirty="0" err="1"/>
              <a:t>autaquo</a:t>
            </a:r>
            <a:r>
              <a:rPr lang="en-US" dirty="0"/>
              <a:t> quod </a:t>
            </a:r>
            <a:r>
              <a:rPr lang="en-US" dirty="0" err="1"/>
              <a:t>eum</a:t>
            </a:r>
            <a:r>
              <a:rPr lang="en-US" dirty="0"/>
              <a:t> </a:t>
            </a:r>
            <a:r>
              <a:rPr lang="en-US" dirty="0" err="1"/>
              <a:t>asperi</a:t>
            </a:r>
            <a:r>
              <a:rPr lang="en-US" dirty="0"/>
              <a:t> as </a:t>
            </a:r>
            <a:r>
              <a:rPr lang="en-US" dirty="0" err="1"/>
              <a:t>dolut</a:t>
            </a:r>
            <a:r>
              <a:rPr lang="en-US" dirty="0"/>
              <a:t> quos </a:t>
            </a:r>
            <a:r>
              <a:rPr lang="en-US" dirty="0" err="1"/>
              <a:t>voluptatur</a:t>
            </a:r>
            <a:r>
              <a:rPr lang="en-US" dirty="0"/>
              <a:t> </a:t>
            </a:r>
            <a:r>
              <a:rPr lang="en-US" dirty="0" err="1"/>
              <a:t>aut</a:t>
            </a:r>
            <a:r>
              <a:rPr lang="en-US" dirty="0"/>
              <a:t> quae </a:t>
            </a:r>
            <a:r>
              <a:rPr lang="en-US" dirty="0" err="1"/>
              <a:t>sint</a:t>
            </a:r>
            <a:r>
              <a:rPr lang="en-US" dirty="0"/>
              <a:t> </a:t>
            </a:r>
            <a:r>
              <a:rPr lang="en-US" dirty="0" err="1"/>
              <a:t>erum</a:t>
            </a:r>
            <a:r>
              <a:rPr lang="en-US" dirty="0"/>
              <a:t> </a:t>
            </a:r>
            <a:r>
              <a:rPr lang="en-US" dirty="0" err="1"/>
              <a:t>eos</a:t>
            </a:r>
            <a:r>
              <a:rPr lang="en-US" dirty="0"/>
              <a:t> </a:t>
            </a:r>
            <a:r>
              <a:rPr lang="en-US" dirty="0" err="1"/>
              <a:t>aborporesti</a:t>
            </a:r>
            <a:r>
              <a:rPr lang="en-US" dirty="0"/>
              <a:t> </a:t>
            </a:r>
            <a:r>
              <a:rPr lang="en-US" dirty="0" err="1"/>
              <a:t>dolum</a:t>
            </a:r>
            <a:r>
              <a:rPr lang="en-US" dirty="0"/>
              <a:t>, que pa </a:t>
            </a:r>
            <a:r>
              <a:rPr lang="en-US" dirty="0" err="1"/>
              <a:t>conecabore</a:t>
            </a:r>
            <a:r>
              <a:rPr lang="en-US" dirty="0"/>
              <a:t> </a:t>
            </a:r>
            <a:r>
              <a:rPr lang="en-US" dirty="0" err="1"/>
              <a:t>nullut</a:t>
            </a:r>
            <a:r>
              <a:rPr lang="en-US" dirty="0"/>
              <a:t> </a:t>
            </a:r>
            <a:r>
              <a:rPr lang="en-US" dirty="0" err="1"/>
              <a:t>ipsae</a:t>
            </a:r>
            <a:r>
              <a:rPr lang="en-US" dirty="0"/>
              <a:t> </a:t>
            </a:r>
            <a:r>
              <a:rPr lang="en-US" dirty="0" err="1"/>
              <a:t>nis</a:t>
            </a:r>
            <a:r>
              <a:rPr lang="en-US" dirty="0"/>
              <a:t> </a:t>
            </a:r>
            <a:r>
              <a:rPr lang="en-US" dirty="0" err="1"/>
              <a:t>debis</a:t>
            </a:r>
            <a:r>
              <a:rPr lang="en-US" dirty="0"/>
              <a:t> </a:t>
            </a:r>
            <a:r>
              <a:rPr lang="en-US" dirty="0" err="1"/>
              <a:t>adi</a:t>
            </a:r>
            <a:r>
              <a:rPr lang="en-US" dirty="0"/>
              <a:t> non </a:t>
            </a:r>
            <a:r>
              <a:rPr lang="en-US" dirty="0" err="1"/>
              <a:t>reperios</a:t>
            </a:r>
            <a:r>
              <a:rPr lang="en-US" dirty="0"/>
              <a:t> </a:t>
            </a:r>
            <a:r>
              <a:rPr lang="en-US" dirty="0" err="1"/>
              <a:t>etur</a:t>
            </a:r>
            <a:r>
              <a:rPr lang="en-US" dirty="0"/>
              <a:t> </a:t>
            </a:r>
            <a:r>
              <a:rPr lang="en-US" dirty="0" err="1"/>
              <a:t>rerum</a:t>
            </a:r>
            <a:r>
              <a:rPr lang="en-US" dirty="0"/>
              <a:t> </a:t>
            </a:r>
            <a:r>
              <a:rPr lang="en-US" dirty="0" err="1"/>
              <a:t>vellabo</a:t>
            </a:r>
            <a:r>
              <a:rPr lang="en-US" dirty="0"/>
              <a:t>. </a:t>
            </a:r>
            <a:r>
              <a:rPr lang="en-US" dirty="0" err="1"/>
              <a:t>Ut</a:t>
            </a:r>
            <a:r>
              <a:rPr lang="en-US" dirty="0"/>
              <a:t> </a:t>
            </a:r>
            <a:r>
              <a:rPr lang="en-US" dirty="0" err="1"/>
              <a:t>dolorepudis</a:t>
            </a:r>
            <a:r>
              <a:rPr lang="en-US" dirty="0"/>
              <a:t>.</a:t>
            </a:r>
          </a:p>
        </p:txBody>
      </p:sp>
      <p:sp>
        <p:nvSpPr>
          <p:cNvPr id="46" name="Text Placeholder 7"/>
          <p:cNvSpPr>
            <a:spLocks noGrp="1"/>
          </p:cNvSpPr>
          <p:nvPr>
            <p:ph type="body" sz="quarter" idx="42" hasCustomPrompt="1"/>
          </p:nvPr>
        </p:nvSpPr>
        <p:spPr>
          <a:xfrm>
            <a:off x="16294501" y="18801146"/>
            <a:ext cx="7194233" cy="2835776"/>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813" rtl="0" eaLnBrk="1" fontAlgn="base" latinLnBrk="0" hangingPunct="1">
              <a:lnSpc>
                <a:spcPct val="97000"/>
              </a:lnSpc>
              <a:spcBef>
                <a:spcPct val="0"/>
              </a:spcBef>
              <a:spcAft>
                <a:spcPts val="1021"/>
              </a:spcAft>
              <a:buClr>
                <a:srgbClr val="F89D21"/>
              </a:buClr>
              <a:buSzPct val="90000"/>
              <a:buFont typeface="Arial-BoldMT" charset="0"/>
              <a:buNone/>
              <a:tabLst/>
              <a:defRPr lang="en-US" sz="2042" b="0" i="0" spc="-22" baseline="0">
                <a:solidFill>
                  <a:srgbClr val="4D4E4D"/>
                </a:solidFill>
                <a:ea typeface="+mj-ea"/>
              </a:defRPr>
            </a:lvl1pPr>
            <a:lvl2pPr marL="989107" indent="0">
              <a:buNone/>
              <a:defRPr lang="en-US" sz="8400" b="1" kern="1200" smtClean="0">
                <a:latin typeface="Arial" charset="0"/>
                <a:ea typeface="+mn-ea"/>
                <a:cs typeface="+mn-cs"/>
              </a:defRPr>
            </a:lvl2pPr>
            <a:lvl3pPr marL="2378301" indent="0">
              <a:buNone/>
              <a:defRPr lang="en-US" sz="8400" b="1" kern="1200" smtClean="0">
                <a:latin typeface="Arial" charset="0"/>
                <a:ea typeface="+mn-ea"/>
                <a:cs typeface="+mn-cs"/>
              </a:defRPr>
            </a:lvl3pPr>
            <a:lvl4pPr marL="3978655" indent="0">
              <a:buNone/>
              <a:defRPr lang="en-US" sz="8400" b="1" kern="1200" smtClean="0">
                <a:latin typeface="Arial" charset="0"/>
                <a:ea typeface="+mn-ea"/>
                <a:cs typeface="+mn-cs"/>
              </a:defRPr>
            </a:lvl4pPr>
            <a:lvl5pPr marL="5579008" indent="0">
              <a:buNone/>
              <a:defRPr lang="en-US" sz="8400" b="1" kern="1200">
                <a:latin typeface="Arial" charset="0"/>
                <a:ea typeface="+mn-ea"/>
                <a:cs typeface="+mn-cs"/>
              </a:defRPr>
            </a:lvl5pPr>
          </a:lstStyle>
          <a:p>
            <a:pPr marL="0" marR="0" lvl="0" indent="0" algn="l" defTabSz="666813"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a:t>Les </a:t>
            </a:r>
            <a:r>
              <a:rPr lang="en-US" dirty="0" err="1"/>
              <a:t>dolorehenis</a:t>
            </a:r>
            <a:r>
              <a:rPr lang="en-US" dirty="0"/>
              <a:t> </a:t>
            </a:r>
            <a:r>
              <a:rPr lang="en-US" dirty="0" err="1"/>
              <a:t>iundae</a:t>
            </a:r>
            <a:r>
              <a:rPr lang="en-US" dirty="0"/>
              <a:t> </a:t>
            </a:r>
            <a:r>
              <a:rPr lang="en-US" dirty="0" err="1"/>
              <a:t>optatiur</a:t>
            </a:r>
            <a:r>
              <a:rPr lang="en-US" dirty="0"/>
              <a:t> </a:t>
            </a:r>
            <a:r>
              <a:rPr lang="en-US" dirty="0" err="1"/>
              <a:t>aute</a:t>
            </a:r>
            <a:r>
              <a:rPr lang="en-US" dirty="0"/>
              <a:t> </a:t>
            </a:r>
            <a:r>
              <a:rPr lang="en-US" dirty="0" err="1"/>
              <a:t>coris</a:t>
            </a:r>
            <a:r>
              <a:rPr lang="en-US" dirty="0"/>
              <a:t> </a:t>
            </a:r>
            <a:r>
              <a:rPr lang="en-US" dirty="0" err="1"/>
              <a:t>atureped</a:t>
            </a:r>
            <a:r>
              <a:rPr lang="en-US" dirty="0"/>
              <a:t> et </a:t>
            </a:r>
            <a:r>
              <a:rPr lang="en-US" dirty="0" err="1"/>
              <a:t>eicat</a:t>
            </a:r>
            <a:r>
              <a:rPr lang="en-US" dirty="0"/>
              <a:t> </a:t>
            </a:r>
            <a:r>
              <a:rPr lang="en-US" dirty="0" err="1"/>
              <a:t>plibusant</a:t>
            </a:r>
            <a:r>
              <a:rPr lang="en-US" dirty="0"/>
              <a:t> </a:t>
            </a:r>
            <a:r>
              <a:rPr lang="en-US" dirty="0" err="1"/>
              <a:t>alis</a:t>
            </a:r>
            <a:r>
              <a:rPr lang="en-US" dirty="0"/>
              <a:t> et od </a:t>
            </a:r>
            <a:r>
              <a:rPr lang="en-US" dirty="0" err="1"/>
              <a:t>excerunto</a:t>
            </a:r>
            <a:r>
              <a:rPr lang="en-US" dirty="0"/>
              <a:t> </a:t>
            </a:r>
            <a:r>
              <a:rPr lang="en-US" dirty="0" err="1"/>
              <a:t>te</a:t>
            </a:r>
            <a:r>
              <a:rPr lang="en-US" dirty="0"/>
              <a:t> </a:t>
            </a:r>
            <a:r>
              <a:rPr lang="en-US" dirty="0" err="1"/>
              <a:t>nulparit</a:t>
            </a:r>
            <a:r>
              <a:rPr lang="en-US" dirty="0"/>
              <a:t> et </a:t>
            </a:r>
            <a:r>
              <a:rPr lang="en-US" dirty="0" err="1"/>
              <a:t>velit</a:t>
            </a:r>
            <a:r>
              <a:rPr lang="en-US" dirty="0"/>
              <a:t>, </a:t>
            </a:r>
            <a:r>
              <a:rPr lang="en-US" dirty="0" err="1"/>
              <a:t>tet</a:t>
            </a:r>
            <a:r>
              <a:rPr lang="en-US" dirty="0"/>
              <a:t> </a:t>
            </a:r>
            <a:r>
              <a:rPr lang="en-US" dirty="0" err="1"/>
              <a:t>molorro</a:t>
            </a:r>
            <a:r>
              <a:rPr lang="en-US" dirty="0"/>
              <a:t> </a:t>
            </a:r>
            <a:r>
              <a:rPr lang="en-US" dirty="0" err="1"/>
              <a:t>ritiis</a:t>
            </a:r>
            <a:r>
              <a:rPr lang="en-US" dirty="0"/>
              <a:t> </a:t>
            </a:r>
            <a:r>
              <a:rPr lang="en-US" dirty="0" err="1"/>
              <a:t>exeremod</a:t>
            </a:r>
            <a:r>
              <a:rPr lang="en-US" dirty="0"/>
              <a:t> et </a:t>
            </a:r>
            <a:r>
              <a:rPr lang="en-US" dirty="0" err="1"/>
              <a:t>omnit</a:t>
            </a:r>
            <a:r>
              <a:rPr lang="en-US" dirty="0"/>
              <a:t> </a:t>
            </a:r>
            <a:r>
              <a:rPr lang="en-US" dirty="0" err="1"/>
              <a:t>eatur</a:t>
            </a:r>
            <a:r>
              <a:rPr lang="en-US" dirty="0"/>
              <a:t> </a:t>
            </a:r>
            <a:r>
              <a:rPr lang="en-US" dirty="0" err="1"/>
              <a:t>sa</a:t>
            </a:r>
            <a:r>
              <a:rPr lang="en-US" dirty="0"/>
              <a:t> </a:t>
            </a:r>
            <a:r>
              <a:rPr lang="en-US" dirty="0" err="1"/>
              <a:t>venis</a:t>
            </a:r>
            <a:r>
              <a:rPr lang="en-US" dirty="0"/>
              <a:t> </a:t>
            </a:r>
            <a:r>
              <a:rPr lang="en-US" dirty="0" err="1"/>
              <a:t>eos</a:t>
            </a:r>
            <a:r>
              <a:rPr lang="en-US" dirty="0"/>
              <a:t> alit </a:t>
            </a:r>
            <a:r>
              <a:rPr lang="en-US" dirty="0" err="1"/>
              <a:t>est</a:t>
            </a:r>
            <a:r>
              <a:rPr lang="en-US" dirty="0"/>
              <a:t> </a:t>
            </a:r>
            <a:r>
              <a:rPr lang="en-US" dirty="0" err="1"/>
              <a:t>reicto</a:t>
            </a:r>
            <a:r>
              <a:rPr lang="en-US" dirty="0"/>
              <a:t> </a:t>
            </a:r>
            <a:r>
              <a:rPr lang="en-US" dirty="0" err="1"/>
              <a:t>doluptatum</a:t>
            </a:r>
            <a:r>
              <a:rPr lang="en-US" dirty="0"/>
              <a:t> </a:t>
            </a:r>
            <a:r>
              <a:rPr lang="en-US" dirty="0" err="1"/>
              <a:t>fugia</a:t>
            </a:r>
            <a:r>
              <a:rPr lang="en-US" dirty="0"/>
              <a:t> </a:t>
            </a:r>
            <a:r>
              <a:rPr lang="en-US" dirty="0" err="1"/>
              <a:t>doluptas</a:t>
            </a:r>
            <a:r>
              <a:rPr lang="en-US" dirty="0"/>
              <a:t> </a:t>
            </a:r>
            <a:r>
              <a:rPr lang="en-US" dirty="0" err="1"/>
              <a:t>dem</a:t>
            </a:r>
            <a:r>
              <a:rPr lang="en-US" dirty="0"/>
              <a:t> core </a:t>
            </a:r>
            <a:r>
              <a:rPr lang="en-US" dirty="0" err="1"/>
              <a:t>nis</a:t>
            </a:r>
            <a:r>
              <a:rPr lang="en-US" dirty="0"/>
              <a:t> </a:t>
            </a:r>
            <a:r>
              <a:rPr lang="en-US" dirty="0" err="1"/>
              <a:t>exero</a:t>
            </a:r>
            <a:r>
              <a:rPr lang="en-US" dirty="0"/>
              <a:t> </a:t>
            </a:r>
            <a:r>
              <a:rPr lang="en-US" dirty="0" err="1"/>
              <a:t>teceptaquam</a:t>
            </a:r>
            <a:r>
              <a:rPr lang="en-US" dirty="0"/>
              <a:t> </a:t>
            </a:r>
            <a:r>
              <a:rPr lang="en-US" dirty="0" err="1"/>
              <a:t>aperuntur</a:t>
            </a:r>
            <a:r>
              <a:rPr lang="en-US" dirty="0"/>
              <a:t> </a:t>
            </a:r>
            <a:r>
              <a:rPr lang="en-US" dirty="0" err="1"/>
              <a:t>saeperf</a:t>
            </a:r>
            <a:r>
              <a:rPr lang="en-US" dirty="0"/>
              <a:t> </a:t>
            </a:r>
            <a:r>
              <a:rPr lang="en-US" dirty="0" err="1"/>
              <a:t>eruptae</a:t>
            </a:r>
            <a:r>
              <a:rPr lang="en-US" dirty="0"/>
              <a:t> </a:t>
            </a:r>
            <a:r>
              <a:rPr lang="en-US" dirty="0" err="1"/>
              <a:t>ctempos</a:t>
            </a:r>
            <a:r>
              <a:rPr lang="en-US" dirty="0"/>
              <a:t> </a:t>
            </a:r>
            <a:r>
              <a:rPr lang="en-US" dirty="0" err="1"/>
              <a:t>apissit</a:t>
            </a:r>
            <a:r>
              <a:rPr lang="en-US" dirty="0"/>
              <a:t> </a:t>
            </a:r>
            <a:r>
              <a:rPr lang="en-US" dirty="0" err="1"/>
              <a:t>aut</a:t>
            </a:r>
            <a:r>
              <a:rPr lang="en-US" dirty="0"/>
              <a:t> </a:t>
            </a:r>
            <a:r>
              <a:rPr lang="en-US" dirty="0" err="1"/>
              <a:t>officitas</a:t>
            </a:r>
            <a:r>
              <a:rPr lang="en-US" dirty="0"/>
              <a:t> quam as </a:t>
            </a:r>
            <a:r>
              <a:rPr lang="en-US" dirty="0" err="1"/>
              <a:t>maximoluptas</a:t>
            </a:r>
            <a:r>
              <a:rPr lang="en-US" dirty="0"/>
              <a:t> </a:t>
            </a:r>
            <a:r>
              <a:rPr lang="en-US" dirty="0" err="1"/>
              <a:t>experer</a:t>
            </a:r>
            <a:r>
              <a:rPr lang="en-US" dirty="0"/>
              <a:t> </a:t>
            </a:r>
            <a:r>
              <a:rPr lang="en-US" dirty="0" err="1"/>
              <a:t>ovitae</a:t>
            </a:r>
            <a:r>
              <a:rPr lang="en-US" dirty="0"/>
              <a:t> </a:t>
            </a:r>
            <a:r>
              <a:rPr lang="en-US" dirty="0" err="1"/>
              <a:t>omni</a:t>
            </a:r>
            <a:r>
              <a:rPr lang="en-US" dirty="0"/>
              <a:t> </a:t>
            </a:r>
            <a:r>
              <a:rPr lang="en-US" dirty="0" err="1"/>
              <a:t>coritiam</a:t>
            </a:r>
            <a:r>
              <a:rPr lang="en-US" dirty="0"/>
              <a:t> </a:t>
            </a:r>
            <a:r>
              <a:rPr lang="en-US" dirty="0" err="1"/>
              <a:t>facculliquam</a:t>
            </a:r>
            <a:r>
              <a:rPr lang="en-US" dirty="0"/>
              <a:t> </a:t>
            </a:r>
            <a:r>
              <a:rPr lang="en-US" dirty="0" err="1"/>
              <a:t>quiam</a:t>
            </a:r>
            <a:r>
              <a:rPr lang="en-US" dirty="0"/>
              <a:t> </a:t>
            </a:r>
            <a:r>
              <a:rPr lang="en-US" dirty="0" err="1"/>
              <a:t>ium</a:t>
            </a:r>
            <a:r>
              <a:rPr lang="en-US" dirty="0"/>
              <a:t> </a:t>
            </a:r>
            <a:r>
              <a:rPr lang="en-US" dirty="0" err="1"/>
              <a:t>ercius</a:t>
            </a:r>
            <a:r>
              <a:rPr lang="en-US" dirty="0"/>
              <a:t> dis ad qui con </a:t>
            </a:r>
            <a:r>
              <a:rPr lang="en-US" dirty="0" err="1"/>
              <a:t>raecabo</a:t>
            </a:r>
            <a:r>
              <a:rPr lang="en-US" dirty="0"/>
              <a:t>. </a:t>
            </a:r>
            <a:r>
              <a:rPr lang="en-US" dirty="0" err="1"/>
              <a:t>Busdam</a:t>
            </a:r>
            <a:r>
              <a:rPr lang="en-US" dirty="0"/>
              <a:t>, am con </a:t>
            </a:r>
            <a:r>
              <a:rPr lang="en-US" dirty="0" err="1"/>
              <a:t>rerum</a:t>
            </a:r>
            <a:r>
              <a:rPr lang="en-US" dirty="0"/>
              <a:t> et </a:t>
            </a:r>
            <a:r>
              <a:rPr lang="en-US" dirty="0" err="1"/>
              <a:t>odi</a:t>
            </a:r>
            <a:r>
              <a:rPr lang="en-US" dirty="0"/>
              <a:t> </a:t>
            </a:r>
            <a:r>
              <a:rPr lang="en-US" dirty="0" err="1"/>
              <a:t>optatetur</a:t>
            </a:r>
            <a:r>
              <a:rPr lang="en-US" dirty="0"/>
              <a:t> </a:t>
            </a:r>
            <a:r>
              <a:rPr lang="en-US" dirty="0" err="1"/>
              <a:t>adi</a:t>
            </a:r>
            <a:r>
              <a:rPr lang="en-US" dirty="0"/>
              <a:t> </a:t>
            </a:r>
            <a:r>
              <a:rPr lang="en-US" dirty="0" err="1"/>
              <a:t>reptam</a:t>
            </a:r>
            <a:r>
              <a:rPr lang="en-US" dirty="0"/>
              <a:t>, </a:t>
            </a:r>
            <a:r>
              <a:rPr lang="en-US" dirty="0" err="1"/>
              <a:t>quidus</a:t>
            </a:r>
            <a:r>
              <a:rPr lang="en-US" dirty="0"/>
              <a:t> </a:t>
            </a:r>
            <a:r>
              <a:rPr lang="en-US" dirty="0" err="1"/>
              <a:t>rerupist</a:t>
            </a:r>
            <a:r>
              <a:rPr lang="en-US" dirty="0"/>
              <a:t>, </a:t>
            </a:r>
            <a:r>
              <a:rPr lang="en-US" dirty="0" err="1"/>
              <a:t>ommolor</a:t>
            </a:r>
            <a:r>
              <a:rPr lang="en-US" dirty="0"/>
              <a:t> </a:t>
            </a:r>
            <a:r>
              <a:rPr lang="en-US" dirty="0" err="1"/>
              <a:t>eptatus</a:t>
            </a:r>
            <a:r>
              <a:rPr lang="en-US" dirty="0"/>
              <a:t>.</a:t>
            </a:r>
          </a:p>
        </p:txBody>
      </p:sp>
      <p:sp>
        <p:nvSpPr>
          <p:cNvPr id="47" name="Text Placeholder 7"/>
          <p:cNvSpPr>
            <a:spLocks noGrp="1"/>
          </p:cNvSpPr>
          <p:nvPr>
            <p:ph type="body" sz="quarter" idx="43" hasCustomPrompt="1"/>
          </p:nvPr>
        </p:nvSpPr>
        <p:spPr>
          <a:xfrm>
            <a:off x="24066553" y="5142150"/>
            <a:ext cx="7194233" cy="7103355"/>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813" rtl="0" eaLnBrk="1" fontAlgn="base" latinLnBrk="0" hangingPunct="1">
              <a:lnSpc>
                <a:spcPct val="97000"/>
              </a:lnSpc>
              <a:spcBef>
                <a:spcPct val="0"/>
              </a:spcBef>
              <a:spcAft>
                <a:spcPts val="1021"/>
              </a:spcAft>
              <a:buClr>
                <a:srgbClr val="F89D21"/>
              </a:buClr>
              <a:buSzPct val="90000"/>
              <a:buFont typeface="Arial-BoldMT" charset="0"/>
              <a:buNone/>
              <a:tabLst/>
              <a:defRPr lang="en-US" sz="2042" b="0" i="0" spc="-22" baseline="0" smtClean="0">
                <a:solidFill>
                  <a:srgbClr val="4D4E4D"/>
                </a:solidFill>
                <a:ea typeface="+mj-ea"/>
              </a:defRPr>
            </a:lvl1pPr>
            <a:lvl2pPr marL="989107" indent="0">
              <a:buNone/>
              <a:defRPr lang="en-US" sz="8400" b="1" kern="1200" smtClean="0">
                <a:latin typeface="Arial" charset="0"/>
                <a:ea typeface="+mn-ea"/>
                <a:cs typeface="+mn-cs"/>
              </a:defRPr>
            </a:lvl2pPr>
            <a:lvl3pPr marL="2378301" indent="0">
              <a:buNone/>
              <a:defRPr lang="en-US" sz="8400" b="1" kern="1200" smtClean="0">
                <a:latin typeface="Arial" charset="0"/>
                <a:ea typeface="+mn-ea"/>
                <a:cs typeface="+mn-cs"/>
              </a:defRPr>
            </a:lvl3pPr>
            <a:lvl4pPr marL="3978655" indent="0">
              <a:buNone/>
              <a:defRPr lang="en-US" sz="8400" b="1" kern="1200" smtClean="0">
                <a:latin typeface="Arial" charset="0"/>
                <a:ea typeface="+mn-ea"/>
                <a:cs typeface="+mn-cs"/>
              </a:defRPr>
            </a:lvl4pPr>
            <a:lvl5pPr marL="5579008" indent="0">
              <a:buNone/>
              <a:defRPr lang="en-US" sz="8400" b="1" kern="1200">
                <a:latin typeface="Arial" charset="0"/>
                <a:ea typeface="+mn-ea"/>
                <a:cs typeface="+mn-cs"/>
              </a:defRPr>
            </a:lvl5pPr>
          </a:lstStyle>
          <a:p>
            <a:pPr marL="0" marR="0" lvl="0" indent="0" algn="l" defTabSz="666813"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a:t>Type in or paste your text here. </a:t>
            </a:r>
            <a:r>
              <a:rPr lang="en-US" dirty="0" err="1"/>
              <a:t>Nonsequis</a:t>
            </a:r>
            <a:r>
              <a:rPr lang="en-US" dirty="0"/>
              <a:t> mint </a:t>
            </a:r>
            <a:r>
              <a:rPr lang="en-US" dirty="0" err="1"/>
              <a:t>hari</a:t>
            </a:r>
            <a:r>
              <a:rPr lang="en-US" dirty="0"/>
              <a:t> </a:t>
            </a:r>
            <a:r>
              <a:rPr lang="en-US" dirty="0" err="1"/>
              <a:t>descieniet</a:t>
            </a:r>
            <a:r>
              <a:rPr lang="en-US" dirty="0"/>
              <a:t> </a:t>
            </a:r>
            <a:r>
              <a:rPr lang="en-US" dirty="0" err="1"/>
              <a:t>untis</a:t>
            </a:r>
            <a:r>
              <a:rPr lang="en-US" dirty="0"/>
              <a:t> ne </a:t>
            </a:r>
            <a:r>
              <a:rPr lang="en-US" dirty="0" err="1"/>
              <a:t>nisimai</a:t>
            </a:r>
            <a:r>
              <a:rPr lang="en-US" dirty="0"/>
              <a:t> </a:t>
            </a:r>
            <a:r>
              <a:rPr lang="en-US" dirty="0" err="1"/>
              <a:t>oriberene</a:t>
            </a:r>
            <a:r>
              <a:rPr lang="en-US" dirty="0"/>
              <a:t> </a:t>
            </a:r>
            <a:r>
              <a:rPr lang="en-US" dirty="0" err="1"/>
              <a:t>volorporem</a:t>
            </a:r>
            <a:r>
              <a:rPr lang="en-US" dirty="0"/>
              <a:t> </a:t>
            </a:r>
            <a:r>
              <a:rPr lang="en-US" dirty="0" err="1"/>
              <a:t>quia</a:t>
            </a:r>
            <a:r>
              <a:rPr lang="en-US" dirty="0"/>
              <a:t> </a:t>
            </a:r>
            <a:r>
              <a:rPr lang="en-US" dirty="0" err="1"/>
              <a:t>prore</a:t>
            </a:r>
            <a:r>
              <a:rPr lang="en-US" dirty="0"/>
              <a:t> </a:t>
            </a:r>
            <a:r>
              <a:rPr lang="en-US" dirty="0" err="1"/>
              <a:t>volorestrum</a:t>
            </a:r>
            <a:r>
              <a:rPr lang="en-US" dirty="0"/>
              <a:t> quae </a:t>
            </a:r>
            <a:r>
              <a:rPr lang="en-US" dirty="0" err="1"/>
              <a:t>es</a:t>
            </a:r>
            <a:r>
              <a:rPr lang="en-US" dirty="0"/>
              <a:t> </a:t>
            </a:r>
            <a:r>
              <a:rPr lang="en-US" dirty="0" err="1"/>
              <a:t>eum</a:t>
            </a:r>
            <a:r>
              <a:rPr lang="en-US" dirty="0"/>
              <a:t> </a:t>
            </a:r>
            <a:r>
              <a:rPr lang="en-US" dirty="0" err="1"/>
              <a:t>elent</a:t>
            </a:r>
            <a:r>
              <a:rPr lang="en-US" dirty="0"/>
              <a:t> </a:t>
            </a:r>
            <a:r>
              <a:rPr lang="en-US" dirty="0" err="1"/>
              <a:t>verspicatia</a:t>
            </a:r>
            <a:r>
              <a:rPr lang="en-US" dirty="0"/>
              <a:t> </a:t>
            </a:r>
            <a:r>
              <a:rPr lang="en-US" dirty="0" err="1"/>
              <a:t>entiorr</a:t>
            </a:r>
            <a:r>
              <a:rPr lang="en-US" dirty="0"/>
              <a:t> </a:t>
            </a:r>
            <a:r>
              <a:rPr lang="en-US" dirty="0" err="1"/>
              <a:t>oviduciis</a:t>
            </a:r>
            <a:r>
              <a:rPr lang="en-US" dirty="0"/>
              <a:t> pro </a:t>
            </a:r>
            <a:r>
              <a:rPr lang="en-US" dirty="0" err="1"/>
              <a:t>odi</a:t>
            </a:r>
            <a:r>
              <a:rPr lang="en-US" dirty="0"/>
              <a:t> </a:t>
            </a:r>
            <a:r>
              <a:rPr lang="en-US" dirty="0" err="1"/>
              <a:t>nulliqui</a:t>
            </a:r>
            <a:r>
              <a:rPr lang="en-US" dirty="0"/>
              <a:t> </a:t>
            </a:r>
            <a:r>
              <a:rPr lang="en-US" dirty="0" err="1"/>
              <a:t>duciuntiam</a:t>
            </a:r>
            <a:r>
              <a:rPr lang="en-US" dirty="0"/>
              <a:t>, </a:t>
            </a:r>
            <a:r>
              <a:rPr lang="en-US" dirty="0" err="1"/>
              <a:t>sam</a:t>
            </a:r>
            <a:r>
              <a:rPr lang="en-US" dirty="0"/>
              <a:t>, quo test </a:t>
            </a:r>
            <a:r>
              <a:rPr lang="en-US" dirty="0" err="1"/>
              <a:t>autaquo</a:t>
            </a:r>
            <a:r>
              <a:rPr lang="en-US" dirty="0"/>
              <a:t> quod </a:t>
            </a:r>
            <a:r>
              <a:rPr lang="en-US" dirty="0" err="1"/>
              <a:t>eum</a:t>
            </a:r>
            <a:r>
              <a:rPr lang="en-US" dirty="0"/>
              <a:t> </a:t>
            </a:r>
            <a:r>
              <a:rPr lang="en-US" dirty="0" err="1"/>
              <a:t>asperi</a:t>
            </a:r>
            <a:r>
              <a:rPr lang="en-US" dirty="0"/>
              <a:t> as </a:t>
            </a:r>
            <a:r>
              <a:rPr lang="en-US" dirty="0" err="1"/>
              <a:t>dolut</a:t>
            </a:r>
            <a:r>
              <a:rPr lang="en-US" dirty="0"/>
              <a:t> quos </a:t>
            </a:r>
            <a:r>
              <a:rPr lang="en-US" dirty="0" err="1"/>
              <a:t>voluptatur</a:t>
            </a:r>
            <a:r>
              <a:rPr lang="en-US" dirty="0"/>
              <a:t> </a:t>
            </a:r>
            <a:r>
              <a:rPr lang="en-US" dirty="0" err="1"/>
              <a:t>aut</a:t>
            </a:r>
            <a:r>
              <a:rPr lang="en-US" dirty="0"/>
              <a:t> </a:t>
            </a:r>
            <a:r>
              <a:rPr lang="en-US" dirty="0" err="1"/>
              <a:t>exeremod</a:t>
            </a:r>
            <a:r>
              <a:rPr lang="en-US" dirty="0"/>
              <a:t> et </a:t>
            </a:r>
            <a:r>
              <a:rPr lang="en-US" dirty="0" err="1"/>
              <a:t>omnit</a:t>
            </a:r>
            <a:r>
              <a:rPr lang="en-US" dirty="0"/>
              <a:t> </a:t>
            </a:r>
            <a:r>
              <a:rPr lang="en-US" dirty="0" err="1"/>
              <a:t>eatur</a:t>
            </a:r>
            <a:r>
              <a:rPr lang="en-US" dirty="0"/>
              <a:t> </a:t>
            </a:r>
            <a:r>
              <a:rPr lang="en-US" dirty="0" err="1"/>
              <a:t>sa</a:t>
            </a:r>
            <a:r>
              <a:rPr lang="en-US" dirty="0"/>
              <a:t> </a:t>
            </a:r>
            <a:r>
              <a:rPr lang="en-US" dirty="0" err="1"/>
              <a:t>venis</a:t>
            </a:r>
            <a:r>
              <a:rPr lang="en-US" dirty="0"/>
              <a:t> </a:t>
            </a:r>
            <a:r>
              <a:rPr lang="en-US" dirty="0" err="1"/>
              <a:t>eos</a:t>
            </a:r>
            <a:r>
              <a:rPr lang="en-US" dirty="0"/>
              <a:t> alit </a:t>
            </a:r>
            <a:r>
              <a:rPr lang="en-US" dirty="0" err="1"/>
              <a:t>est</a:t>
            </a:r>
            <a:r>
              <a:rPr lang="en-US" dirty="0"/>
              <a:t> </a:t>
            </a:r>
            <a:r>
              <a:rPr lang="en-US" dirty="0" err="1"/>
              <a:t>reicto</a:t>
            </a:r>
            <a:r>
              <a:rPr lang="en-US" dirty="0"/>
              <a:t> </a:t>
            </a:r>
            <a:r>
              <a:rPr lang="en-US" dirty="0" err="1"/>
              <a:t>doluptatum</a:t>
            </a:r>
            <a:r>
              <a:rPr lang="en-US" dirty="0"/>
              <a:t> </a:t>
            </a:r>
            <a:r>
              <a:rPr lang="en-US" dirty="0" err="1"/>
              <a:t>fugia</a:t>
            </a:r>
            <a:r>
              <a:rPr lang="en-US" dirty="0"/>
              <a:t> </a:t>
            </a:r>
            <a:r>
              <a:rPr lang="en-US" dirty="0" err="1"/>
              <a:t>doluptas</a:t>
            </a:r>
            <a:r>
              <a:rPr lang="en-US" dirty="0"/>
              <a:t> </a:t>
            </a:r>
            <a:r>
              <a:rPr lang="en-US" dirty="0" err="1"/>
              <a:t>dem</a:t>
            </a:r>
            <a:r>
              <a:rPr lang="en-US" dirty="0"/>
              <a:t> core </a:t>
            </a:r>
            <a:r>
              <a:rPr lang="en-US" dirty="0" err="1"/>
              <a:t>nis</a:t>
            </a:r>
            <a:r>
              <a:rPr lang="en-US" dirty="0"/>
              <a:t> </a:t>
            </a:r>
            <a:r>
              <a:rPr lang="en-US" dirty="0" err="1"/>
              <a:t>exero</a:t>
            </a:r>
            <a:r>
              <a:rPr lang="en-US" dirty="0"/>
              <a:t> </a:t>
            </a:r>
            <a:r>
              <a:rPr lang="en-US" dirty="0" err="1"/>
              <a:t>teceptaquam</a:t>
            </a:r>
            <a:r>
              <a:rPr lang="en-US" dirty="0"/>
              <a:t> </a:t>
            </a:r>
            <a:r>
              <a:rPr lang="en-US" dirty="0" err="1"/>
              <a:t>aperuntur</a:t>
            </a:r>
            <a:r>
              <a:rPr lang="en-US" dirty="0"/>
              <a:t> </a:t>
            </a:r>
            <a:r>
              <a:rPr lang="en-US" dirty="0" err="1"/>
              <a:t>saeperf</a:t>
            </a:r>
            <a:r>
              <a:rPr lang="en-US" dirty="0"/>
              <a:t> </a:t>
            </a:r>
            <a:r>
              <a:rPr lang="en-US" dirty="0" err="1"/>
              <a:t>eruptae</a:t>
            </a:r>
            <a:r>
              <a:rPr lang="en-US" dirty="0"/>
              <a:t> </a:t>
            </a:r>
            <a:r>
              <a:rPr lang="en-US" dirty="0" err="1"/>
              <a:t>ctempos</a:t>
            </a:r>
            <a:r>
              <a:rPr lang="en-US" dirty="0"/>
              <a:t> </a:t>
            </a:r>
            <a:r>
              <a:rPr lang="en-US" dirty="0" err="1"/>
              <a:t>apissit</a:t>
            </a:r>
            <a:r>
              <a:rPr lang="en-US" dirty="0"/>
              <a:t> </a:t>
            </a:r>
            <a:r>
              <a:rPr lang="en-US" dirty="0" err="1"/>
              <a:t>aut</a:t>
            </a:r>
            <a:r>
              <a:rPr lang="en-US" dirty="0"/>
              <a:t> </a:t>
            </a:r>
            <a:r>
              <a:rPr lang="en-US" dirty="0" err="1"/>
              <a:t>officitas</a:t>
            </a:r>
            <a:r>
              <a:rPr lang="en-US" dirty="0"/>
              <a:t> quam as </a:t>
            </a:r>
            <a:r>
              <a:rPr lang="en-US" dirty="0" err="1"/>
              <a:t>maximoluptas</a:t>
            </a:r>
            <a:r>
              <a:rPr lang="en-US" dirty="0"/>
              <a:t> </a:t>
            </a:r>
            <a:r>
              <a:rPr lang="en-US" dirty="0" err="1"/>
              <a:t>experer</a:t>
            </a:r>
            <a:r>
              <a:rPr lang="en-US" dirty="0"/>
              <a:t> </a:t>
            </a:r>
            <a:r>
              <a:rPr lang="en-US" dirty="0" err="1"/>
              <a:t>ovitae</a:t>
            </a:r>
            <a:r>
              <a:rPr lang="en-US" dirty="0"/>
              <a:t> </a:t>
            </a:r>
            <a:r>
              <a:rPr lang="en-US" dirty="0" err="1"/>
              <a:t>omni</a:t>
            </a:r>
            <a:r>
              <a:rPr lang="en-US" dirty="0"/>
              <a:t> </a:t>
            </a:r>
            <a:r>
              <a:rPr lang="en-US" dirty="0" err="1"/>
              <a:t>coritiam</a:t>
            </a:r>
            <a:r>
              <a:rPr lang="en-US" dirty="0"/>
              <a:t> </a:t>
            </a:r>
            <a:r>
              <a:rPr lang="en-US" dirty="0" err="1"/>
              <a:t>facculliquam</a:t>
            </a:r>
            <a:r>
              <a:rPr lang="en-US" dirty="0"/>
              <a:t> </a:t>
            </a:r>
            <a:r>
              <a:rPr lang="en-US" dirty="0" err="1"/>
              <a:t>quiam</a:t>
            </a:r>
            <a:r>
              <a:rPr lang="en-US" dirty="0"/>
              <a:t> </a:t>
            </a:r>
            <a:r>
              <a:rPr lang="en-US" dirty="0" err="1"/>
              <a:t>ium</a:t>
            </a:r>
            <a:r>
              <a:rPr lang="en-US" dirty="0"/>
              <a:t> </a:t>
            </a:r>
            <a:r>
              <a:rPr lang="en-US" dirty="0" err="1"/>
              <a:t>ercius</a:t>
            </a:r>
            <a:r>
              <a:rPr lang="en-US" dirty="0"/>
              <a:t> dis ad qui con </a:t>
            </a:r>
            <a:r>
              <a:rPr lang="en-US" dirty="0" err="1"/>
              <a:t>raecabo</a:t>
            </a:r>
            <a:r>
              <a:rPr lang="en-US" dirty="0"/>
              <a:t>. </a:t>
            </a:r>
            <a:r>
              <a:rPr lang="en-US" dirty="0" err="1"/>
              <a:t>Busdam</a:t>
            </a:r>
            <a:r>
              <a:rPr lang="en-US" dirty="0"/>
              <a:t>, am con </a:t>
            </a:r>
            <a:r>
              <a:rPr lang="en-US" dirty="0" err="1"/>
              <a:t>rerum</a:t>
            </a:r>
            <a:r>
              <a:rPr lang="en-US" dirty="0"/>
              <a:t> et </a:t>
            </a:r>
            <a:r>
              <a:rPr lang="en-US" dirty="0" err="1"/>
              <a:t>odi</a:t>
            </a:r>
            <a:r>
              <a:rPr lang="en-US" dirty="0"/>
              <a:t> </a:t>
            </a:r>
            <a:r>
              <a:rPr lang="en-US" dirty="0" err="1"/>
              <a:t>optatetur</a:t>
            </a:r>
            <a:r>
              <a:rPr lang="en-US" dirty="0"/>
              <a:t> </a:t>
            </a:r>
            <a:r>
              <a:rPr lang="en-US" dirty="0" err="1"/>
              <a:t>adi</a:t>
            </a:r>
            <a:r>
              <a:rPr lang="en-US" dirty="0"/>
              <a:t> </a:t>
            </a:r>
            <a:r>
              <a:rPr lang="en-US" dirty="0" err="1"/>
              <a:t>reptam</a:t>
            </a:r>
            <a:r>
              <a:rPr lang="en-US" dirty="0"/>
              <a:t>, </a:t>
            </a:r>
            <a:r>
              <a:rPr lang="en-US" dirty="0" err="1"/>
              <a:t>quidus</a:t>
            </a:r>
            <a:r>
              <a:rPr lang="en-US" dirty="0"/>
              <a:t> </a:t>
            </a:r>
            <a:r>
              <a:rPr lang="en-US" dirty="0" err="1"/>
              <a:t>rerupist</a:t>
            </a:r>
            <a:r>
              <a:rPr lang="en-US" dirty="0"/>
              <a:t>, </a:t>
            </a:r>
            <a:r>
              <a:rPr lang="en-US" dirty="0" err="1"/>
              <a:t>ommolor</a:t>
            </a:r>
            <a:r>
              <a:rPr lang="en-US" dirty="0"/>
              <a:t> </a:t>
            </a:r>
            <a:r>
              <a:rPr lang="en-US" dirty="0" err="1"/>
              <a:t>eptatus</a:t>
            </a:r>
            <a:r>
              <a:rPr lang="en-US" dirty="0"/>
              <a:t>. </a:t>
            </a:r>
            <a:r>
              <a:rPr lang="en-US" dirty="0" err="1"/>
              <a:t>Natur</a:t>
            </a:r>
            <a:r>
              <a:rPr lang="en-US" dirty="0"/>
              <a:t> maximus, quam, </a:t>
            </a:r>
            <a:r>
              <a:rPr lang="en-US" dirty="0" err="1"/>
              <a:t>ute</a:t>
            </a:r>
            <a:r>
              <a:rPr lang="en-US" dirty="0"/>
              <a:t> </a:t>
            </a:r>
            <a:r>
              <a:rPr lang="en-US" dirty="0" err="1"/>
              <a:t>vendendae</a:t>
            </a:r>
            <a:r>
              <a:rPr lang="en-US" dirty="0"/>
              <a:t> </a:t>
            </a:r>
            <a:r>
              <a:rPr lang="en-US" dirty="0" err="1"/>
              <a:t>aut</a:t>
            </a:r>
            <a:r>
              <a:rPr lang="en-US" dirty="0"/>
              <a:t> </a:t>
            </a:r>
            <a:r>
              <a:rPr lang="en-US" dirty="0" err="1"/>
              <a:t>mos</a:t>
            </a:r>
            <a:r>
              <a:rPr lang="en-US" dirty="0"/>
              <a:t> </a:t>
            </a:r>
            <a:r>
              <a:rPr lang="en-US" dirty="0" err="1"/>
              <a:t>quisquiae</a:t>
            </a:r>
            <a:r>
              <a:rPr lang="en-US" dirty="0"/>
              <a:t> </a:t>
            </a:r>
            <a:r>
              <a:rPr lang="en-US" dirty="0" err="1"/>
              <a:t>dolorum</a:t>
            </a:r>
            <a:r>
              <a:rPr lang="en-US" dirty="0"/>
              <a:t> </a:t>
            </a:r>
            <a:r>
              <a:rPr lang="en-US" dirty="0" err="1"/>
              <a:t>undit</a:t>
            </a:r>
            <a:r>
              <a:rPr lang="en-US" dirty="0"/>
              <a:t>, </a:t>
            </a:r>
            <a:r>
              <a:rPr lang="en-US" dirty="0" err="1"/>
              <a:t>niet</a:t>
            </a:r>
            <a:r>
              <a:rPr lang="en-US" dirty="0"/>
              <a:t> </a:t>
            </a:r>
            <a:r>
              <a:rPr lang="en-US" dirty="0" err="1"/>
              <a:t>voluptatur</a:t>
            </a:r>
            <a:r>
              <a:rPr lang="en-US" dirty="0"/>
              <a:t>, </a:t>
            </a:r>
            <a:r>
              <a:rPr lang="en-US" dirty="0" err="1"/>
              <a:t>senditate</a:t>
            </a:r>
            <a:r>
              <a:rPr lang="en-US" dirty="0"/>
              <a:t> </a:t>
            </a:r>
            <a:r>
              <a:rPr lang="en-US" dirty="0" err="1"/>
              <a:t>rero</a:t>
            </a:r>
            <a:r>
              <a:rPr lang="en-US" dirty="0"/>
              <a:t> </a:t>
            </a:r>
            <a:r>
              <a:rPr lang="en-US" dirty="0" err="1"/>
              <a:t>es</a:t>
            </a:r>
            <a:r>
              <a:rPr lang="en-US" dirty="0"/>
              <a:t> </a:t>
            </a:r>
            <a:r>
              <a:rPr lang="en-US" dirty="0" err="1"/>
              <a:t>sunt</a:t>
            </a:r>
            <a:r>
              <a:rPr lang="en-US" dirty="0"/>
              <a:t> </a:t>
            </a:r>
            <a:r>
              <a:rPr lang="en-US" dirty="0" err="1"/>
              <a:t>eritinullo</a:t>
            </a:r>
            <a:r>
              <a:rPr lang="en-US" dirty="0"/>
              <a:t> que </a:t>
            </a:r>
            <a:r>
              <a:rPr lang="en-US" dirty="0" err="1"/>
              <a:t>moditatiae</a:t>
            </a:r>
            <a:r>
              <a:rPr lang="en-US" dirty="0"/>
              <a:t> </a:t>
            </a:r>
            <a:r>
              <a:rPr lang="en-US" dirty="0" err="1"/>
              <a:t>ilignihic</a:t>
            </a:r>
            <a:r>
              <a:rPr lang="en-US" dirty="0"/>
              <a:t> </a:t>
            </a:r>
            <a:r>
              <a:rPr lang="en-US" dirty="0" err="1"/>
              <a:t>torum</a:t>
            </a:r>
            <a:r>
              <a:rPr lang="en-US" dirty="0"/>
              <a:t> </a:t>
            </a:r>
            <a:r>
              <a:rPr lang="en-US" dirty="0" err="1"/>
              <a:t>volo</a:t>
            </a:r>
            <a:r>
              <a:rPr lang="en-US" dirty="0"/>
              <a:t> </a:t>
            </a:r>
            <a:r>
              <a:rPr lang="en-US" dirty="0" err="1"/>
              <a:t>voloriation</a:t>
            </a:r>
            <a:r>
              <a:rPr lang="en-US" dirty="0"/>
              <a:t> </a:t>
            </a:r>
            <a:r>
              <a:rPr lang="en-US" dirty="0" err="1"/>
              <a:t>nimus</a:t>
            </a:r>
            <a:r>
              <a:rPr lang="en-US" dirty="0"/>
              <a:t>, </a:t>
            </a:r>
            <a:r>
              <a:rPr lang="en-US" dirty="0" err="1"/>
              <a:t>eatis</a:t>
            </a:r>
            <a:r>
              <a:rPr lang="en-US" dirty="0"/>
              <a:t> </a:t>
            </a:r>
            <a:r>
              <a:rPr lang="en-US" dirty="0" err="1"/>
              <a:t>excesendae</a:t>
            </a:r>
            <a:r>
              <a:rPr lang="en-US" dirty="0"/>
              <a:t> </a:t>
            </a:r>
            <a:r>
              <a:rPr lang="en-US" dirty="0" err="1"/>
              <a:t>ommodissita</a:t>
            </a:r>
            <a:r>
              <a:rPr lang="en-US" dirty="0"/>
              <a:t> con </a:t>
            </a:r>
            <a:r>
              <a:rPr lang="en-US" dirty="0" err="1"/>
              <a:t>nis</a:t>
            </a:r>
            <a:r>
              <a:rPr lang="en-US" dirty="0"/>
              <a:t> </a:t>
            </a:r>
            <a:r>
              <a:rPr lang="en-US" dirty="0" err="1"/>
              <a:t>simet</a:t>
            </a:r>
            <a:r>
              <a:rPr lang="en-US" dirty="0"/>
              <a:t> ad </a:t>
            </a:r>
            <a:r>
              <a:rPr lang="en-US" dirty="0" err="1"/>
              <a:t>exero</a:t>
            </a:r>
            <a:r>
              <a:rPr lang="en-US" dirty="0"/>
              <a:t> </a:t>
            </a:r>
            <a:r>
              <a:rPr lang="en-US" dirty="0" err="1"/>
              <a:t>berum</a:t>
            </a:r>
            <a:r>
              <a:rPr lang="en-US" dirty="0"/>
              <a:t> qui tem qui </a:t>
            </a:r>
            <a:r>
              <a:rPr lang="en-US" dirty="0" err="1"/>
              <a:t>oditatem</a:t>
            </a:r>
            <a:r>
              <a:rPr lang="en-US" dirty="0"/>
              <a:t> </a:t>
            </a:r>
            <a:r>
              <a:rPr lang="en-US" dirty="0" err="1"/>
              <a:t>fugia</a:t>
            </a:r>
            <a:r>
              <a:rPr lang="en-US" dirty="0"/>
              <a:t> </a:t>
            </a:r>
            <a:r>
              <a:rPr lang="en-US" dirty="0" err="1"/>
              <a:t>volor</a:t>
            </a:r>
            <a:r>
              <a:rPr lang="en-US" dirty="0"/>
              <a:t> re, </a:t>
            </a:r>
            <a:r>
              <a:rPr lang="en-US" dirty="0" err="1"/>
              <a:t>cusamusandi</a:t>
            </a:r>
            <a:r>
              <a:rPr lang="en-US" dirty="0"/>
              <a:t> </a:t>
            </a:r>
            <a:r>
              <a:rPr lang="en-US" dirty="0" err="1"/>
              <a:t>dolecer</a:t>
            </a:r>
            <a:r>
              <a:rPr lang="en-US" dirty="0"/>
              <a:t> </a:t>
            </a:r>
            <a:r>
              <a:rPr lang="en-US" dirty="0" err="1"/>
              <a:t>chitassi</a:t>
            </a:r>
            <a:r>
              <a:rPr lang="en-US" dirty="0"/>
              <a:t> </a:t>
            </a:r>
            <a:r>
              <a:rPr lang="en-US" dirty="0" err="1"/>
              <a:t>siminciunt</a:t>
            </a:r>
            <a:r>
              <a:rPr lang="en-US" dirty="0"/>
              <a:t> </a:t>
            </a:r>
            <a:r>
              <a:rPr lang="en-US" dirty="0" err="1"/>
              <a:t>Natur</a:t>
            </a:r>
            <a:r>
              <a:rPr lang="en-US" dirty="0"/>
              <a:t> maximus, quam, </a:t>
            </a:r>
            <a:r>
              <a:rPr lang="en-US" dirty="0" err="1"/>
              <a:t>ute</a:t>
            </a:r>
            <a:r>
              <a:rPr lang="en-US" dirty="0"/>
              <a:t> </a:t>
            </a:r>
            <a:r>
              <a:rPr lang="en-US" dirty="0" err="1"/>
              <a:t>vendendae</a:t>
            </a:r>
            <a:r>
              <a:rPr lang="en-US" dirty="0"/>
              <a:t> </a:t>
            </a:r>
            <a:r>
              <a:rPr lang="en-US" dirty="0" err="1"/>
              <a:t>aut</a:t>
            </a:r>
            <a:r>
              <a:rPr lang="en-US" dirty="0"/>
              <a:t> </a:t>
            </a:r>
            <a:r>
              <a:rPr lang="en-US" dirty="0" err="1"/>
              <a:t>mos</a:t>
            </a:r>
            <a:r>
              <a:rPr lang="en-US" dirty="0"/>
              <a:t> </a:t>
            </a:r>
            <a:r>
              <a:rPr lang="en-US" dirty="0" err="1"/>
              <a:t>quisquiae</a:t>
            </a:r>
            <a:r>
              <a:rPr lang="en-US" dirty="0"/>
              <a:t> </a:t>
            </a:r>
            <a:r>
              <a:rPr lang="en-US" dirty="0" err="1"/>
              <a:t>dolorum</a:t>
            </a:r>
            <a:r>
              <a:rPr lang="en-US" dirty="0"/>
              <a:t> </a:t>
            </a:r>
            <a:r>
              <a:rPr lang="en-US" dirty="0" err="1"/>
              <a:t>undit</a:t>
            </a:r>
            <a:r>
              <a:rPr lang="en-US" dirty="0"/>
              <a:t>, </a:t>
            </a:r>
            <a:r>
              <a:rPr lang="en-US" dirty="0" err="1"/>
              <a:t>niet</a:t>
            </a:r>
            <a:r>
              <a:rPr lang="en-US" dirty="0"/>
              <a:t> </a:t>
            </a:r>
            <a:r>
              <a:rPr lang="en-US" dirty="0" err="1"/>
              <a:t>voluptatur</a:t>
            </a:r>
            <a:r>
              <a:rPr lang="en-US" dirty="0"/>
              <a:t>, </a:t>
            </a:r>
            <a:r>
              <a:rPr lang="en-US" dirty="0" err="1"/>
              <a:t>senditate</a:t>
            </a:r>
            <a:r>
              <a:rPr lang="en-US" dirty="0"/>
              <a:t> </a:t>
            </a:r>
            <a:r>
              <a:rPr lang="en-US" dirty="0" err="1"/>
              <a:t>rero</a:t>
            </a:r>
            <a:r>
              <a:rPr lang="en-US" dirty="0"/>
              <a:t> </a:t>
            </a:r>
            <a:r>
              <a:rPr lang="en-US" dirty="0" err="1"/>
              <a:t>es</a:t>
            </a:r>
            <a:r>
              <a:rPr lang="en-US" dirty="0"/>
              <a:t> </a:t>
            </a:r>
            <a:r>
              <a:rPr lang="en-US" dirty="0" err="1"/>
              <a:t>sunt</a:t>
            </a:r>
            <a:r>
              <a:rPr lang="en-US" dirty="0"/>
              <a:t> </a:t>
            </a:r>
            <a:r>
              <a:rPr lang="en-US" dirty="0" err="1"/>
              <a:t>eritinullo</a:t>
            </a:r>
            <a:r>
              <a:rPr lang="en-US" dirty="0"/>
              <a:t> que </a:t>
            </a:r>
            <a:r>
              <a:rPr lang="en-US" dirty="0" err="1"/>
              <a:t>moditatiae</a:t>
            </a:r>
            <a:r>
              <a:rPr lang="en-US" dirty="0"/>
              <a:t> </a:t>
            </a:r>
            <a:r>
              <a:rPr lang="en-US" dirty="0" err="1"/>
              <a:t>ilignihic</a:t>
            </a:r>
            <a:r>
              <a:rPr lang="en-US" dirty="0"/>
              <a:t> </a:t>
            </a:r>
            <a:r>
              <a:rPr lang="en-US" dirty="0" err="1"/>
              <a:t>torum</a:t>
            </a:r>
            <a:r>
              <a:rPr lang="en-US" dirty="0"/>
              <a:t> </a:t>
            </a:r>
            <a:r>
              <a:rPr lang="en-US" dirty="0" err="1"/>
              <a:t>volo</a:t>
            </a:r>
            <a:r>
              <a:rPr lang="en-US" dirty="0"/>
              <a:t> </a:t>
            </a:r>
            <a:r>
              <a:rPr lang="en-US" dirty="0" err="1"/>
              <a:t>voloriation</a:t>
            </a:r>
            <a:r>
              <a:rPr lang="en-US" dirty="0"/>
              <a:t> </a:t>
            </a:r>
            <a:r>
              <a:rPr lang="en-US" dirty="0" err="1"/>
              <a:t>nimus</a:t>
            </a:r>
            <a:r>
              <a:rPr lang="en-US" dirty="0"/>
              <a:t>, </a:t>
            </a:r>
            <a:r>
              <a:rPr lang="en-US" dirty="0" err="1"/>
              <a:t>eatis</a:t>
            </a:r>
            <a:r>
              <a:rPr lang="en-US" dirty="0"/>
              <a:t> </a:t>
            </a:r>
            <a:r>
              <a:rPr lang="en-US" dirty="0" err="1"/>
              <a:t>excesendae</a:t>
            </a:r>
            <a:r>
              <a:rPr lang="en-US" dirty="0"/>
              <a:t> </a:t>
            </a:r>
            <a:r>
              <a:rPr lang="en-US" dirty="0" err="1"/>
              <a:t>ommodissita</a:t>
            </a:r>
            <a:r>
              <a:rPr lang="en-US" dirty="0"/>
              <a:t> con </a:t>
            </a:r>
            <a:r>
              <a:rPr lang="en-US" dirty="0" err="1"/>
              <a:t>nis</a:t>
            </a:r>
            <a:r>
              <a:rPr lang="en-US" dirty="0"/>
              <a:t> </a:t>
            </a:r>
            <a:r>
              <a:rPr lang="en-US" dirty="0" err="1"/>
              <a:t>simet</a:t>
            </a:r>
            <a:r>
              <a:rPr lang="en-US" dirty="0"/>
              <a:t> ad </a:t>
            </a:r>
            <a:r>
              <a:rPr lang="en-US" dirty="0" err="1"/>
              <a:t>exero</a:t>
            </a:r>
            <a:r>
              <a:rPr lang="en-US" dirty="0"/>
              <a:t> </a:t>
            </a:r>
            <a:r>
              <a:rPr lang="en-US" dirty="0" err="1"/>
              <a:t>berum</a:t>
            </a:r>
            <a:r>
              <a:rPr lang="en-US" dirty="0"/>
              <a:t> qui tem qui </a:t>
            </a:r>
            <a:r>
              <a:rPr lang="en-US" dirty="0" err="1"/>
              <a:t>oditatem</a:t>
            </a:r>
            <a:r>
              <a:rPr lang="en-US" dirty="0"/>
              <a:t> </a:t>
            </a:r>
            <a:r>
              <a:rPr lang="en-US" dirty="0" err="1"/>
              <a:t>fugia</a:t>
            </a:r>
            <a:r>
              <a:rPr lang="en-US" dirty="0"/>
              <a:t> </a:t>
            </a:r>
            <a:r>
              <a:rPr lang="en-US" dirty="0" err="1"/>
              <a:t>volor</a:t>
            </a:r>
            <a:r>
              <a:rPr lang="en-US" dirty="0"/>
              <a:t> re, </a:t>
            </a:r>
            <a:r>
              <a:rPr lang="en-US" dirty="0" err="1"/>
              <a:t>cusamusandi</a:t>
            </a:r>
            <a:r>
              <a:rPr lang="en-US" dirty="0"/>
              <a:t> </a:t>
            </a:r>
            <a:r>
              <a:rPr lang="en-US" dirty="0" err="1"/>
              <a:t>dolecer</a:t>
            </a:r>
            <a:r>
              <a:rPr lang="en-US" dirty="0"/>
              <a:t> </a:t>
            </a:r>
            <a:r>
              <a:rPr lang="en-US" dirty="0" err="1"/>
              <a:t>chitassi</a:t>
            </a:r>
            <a:r>
              <a:rPr lang="en-US" dirty="0"/>
              <a:t> </a:t>
            </a:r>
            <a:r>
              <a:rPr lang="en-US" dirty="0" err="1"/>
              <a:t>siminciunt</a:t>
            </a:r>
            <a:r>
              <a:rPr lang="en-US" dirty="0"/>
              <a:t>.</a:t>
            </a:r>
          </a:p>
        </p:txBody>
      </p:sp>
      <p:sp>
        <p:nvSpPr>
          <p:cNvPr id="48" name="Text Placeholder 7"/>
          <p:cNvSpPr>
            <a:spLocks noGrp="1"/>
          </p:cNvSpPr>
          <p:nvPr>
            <p:ph type="body" sz="quarter" idx="44" hasCustomPrompt="1"/>
          </p:nvPr>
        </p:nvSpPr>
        <p:spPr>
          <a:xfrm>
            <a:off x="24066553" y="13098779"/>
            <a:ext cx="7194233" cy="397160"/>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813" rtl="0" eaLnBrk="1" fontAlgn="base" latinLnBrk="0" hangingPunct="1">
              <a:lnSpc>
                <a:spcPct val="97000"/>
              </a:lnSpc>
              <a:spcBef>
                <a:spcPct val="0"/>
              </a:spcBef>
              <a:spcAft>
                <a:spcPct val="0"/>
              </a:spcAft>
              <a:buClr>
                <a:srgbClr val="F89D21"/>
              </a:buClr>
              <a:buSzPct val="90000"/>
              <a:buFont typeface="Arial-BoldMT" charset="0"/>
              <a:buNone/>
              <a:tabLst/>
              <a:defRPr lang="en-US" sz="2042" b="0" i="0" spc="-22" baseline="0" smtClean="0">
                <a:solidFill>
                  <a:srgbClr val="4D4E4D"/>
                </a:solidFill>
                <a:ea typeface="+mj-ea"/>
              </a:defRPr>
            </a:lvl1pPr>
            <a:lvl2pPr marL="989107" indent="0">
              <a:buNone/>
              <a:defRPr lang="en-US" sz="8400" b="1" kern="1200" smtClean="0">
                <a:latin typeface="Arial" charset="0"/>
                <a:ea typeface="+mn-ea"/>
                <a:cs typeface="+mn-cs"/>
              </a:defRPr>
            </a:lvl2pPr>
            <a:lvl3pPr marL="2378301" indent="0">
              <a:buNone/>
              <a:defRPr lang="en-US" sz="8400" b="1" kern="1200" smtClean="0">
                <a:latin typeface="Arial" charset="0"/>
                <a:ea typeface="+mn-ea"/>
                <a:cs typeface="+mn-cs"/>
              </a:defRPr>
            </a:lvl3pPr>
            <a:lvl4pPr marL="3978655" indent="0">
              <a:buNone/>
              <a:defRPr lang="en-US" sz="8400" b="1" kern="1200" smtClean="0">
                <a:latin typeface="Arial" charset="0"/>
                <a:ea typeface="+mn-ea"/>
                <a:cs typeface="+mn-cs"/>
              </a:defRPr>
            </a:lvl4pPr>
            <a:lvl5pPr marL="5579008" indent="0">
              <a:buNone/>
              <a:defRPr lang="en-US" sz="8400" b="1" kern="1200">
                <a:latin typeface="Arial" charset="0"/>
                <a:ea typeface="+mn-ea"/>
                <a:cs typeface="+mn-cs"/>
              </a:defRPr>
            </a:lvl5pPr>
          </a:lstStyle>
          <a:p>
            <a:pPr marL="0" marR="0" lvl="0" indent="0" algn="l" defTabSz="666813"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a:t>Type in or paste your text here. </a:t>
            </a:r>
          </a:p>
        </p:txBody>
      </p:sp>
      <p:sp>
        <p:nvSpPr>
          <p:cNvPr id="50" name="Text Placeholder 7"/>
          <p:cNvSpPr>
            <a:spLocks noGrp="1"/>
          </p:cNvSpPr>
          <p:nvPr>
            <p:ph type="body" sz="quarter" idx="46" hasCustomPrompt="1"/>
          </p:nvPr>
        </p:nvSpPr>
        <p:spPr>
          <a:xfrm>
            <a:off x="24066553" y="13647981"/>
            <a:ext cx="7194233" cy="1311641"/>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333406" marR="0" indent="-333406" algn="l" defTabSz="666813" rtl="0" eaLnBrk="1" fontAlgn="base" latinLnBrk="0" hangingPunct="1">
              <a:lnSpc>
                <a:spcPct val="97000"/>
              </a:lnSpc>
              <a:spcBef>
                <a:spcPct val="0"/>
              </a:spcBef>
              <a:spcAft>
                <a:spcPts val="1021"/>
              </a:spcAft>
              <a:buClr>
                <a:srgbClr val="F89D21"/>
              </a:buClr>
              <a:buSzPct val="90000"/>
              <a:buFont typeface="+mj-lt"/>
              <a:buAutoNum type="arabicPeriod"/>
              <a:tabLst/>
              <a:defRPr lang="en-US" sz="2042" b="0" i="0" spc="-22" baseline="0" smtClean="0">
                <a:solidFill>
                  <a:srgbClr val="4D4E4D"/>
                </a:solidFill>
                <a:ea typeface="+mj-ea"/>
              </a:defRPr>
            </a:lvl1pPr>
            <a:lvl2pPr marL="989107" indent="0">
              <a:buNone/>
              <a:defRPr lang="en-US" sz="8400" b="1" kern="1200" smtClean="0">
                <a:latin typeface="Arial" charset="0"/>
                <a:ea typeface="+mn-ea"/>
                <a:cs typeface="+mn-cs"/>
              </a:defRPr>
            </a:lvl2pPr>
            <a:lvl3pPr marL="2378301" indent="0">
              <a:buNone/>
              <a:defRPr lang="en-US" sz="8400" b="1" kern="1200" smtClean="0">
                <a:latin typeface="Arial" charset="0"/>
                <a:ea typeface="+mn-ea"/>
                <a:cs typeface="+mn-cs"/>
              </a:defRPr>
            </a:lvl3pPr>
            <a:lvl4pPr marL="3978655" indent="0">
              <a:buNone/>
              <a:defRPr lang="en-US" sz="8400" b="1" kern="1200" smtClean="0">
                <a:latin typeface="Arial" charset="0"/>
                <a:ea typeface="+mn-ea"/>
                <a:cs typeface="+mn-cs"/>
              </a:defRPr>
            </a:lvl4pPr>
            <a:lvl5pPr marL="5579008" indent="0">
              <a:buNone/>
              <a:defRPr lang="en-US" sz="8400" b="1" kern="1200">
                <a:latin typeface="Arial" charset="0"/>
                <a:ea typeface="+mn-ea"/>
                <a:cs typeface="+mn-cs"/>
              </a:defRPr>
            </a:lvl5pPr>
          </a:lstStyle>
          <a:p>
            <a:pPr marL="0" marR="0" lvl="0" indent="0" algn="l" defTabSz="666813" rtl="0" eaLnBrk="1" fontAlgn="base" latinLnBrk="0" hangingPunct="1">
              <a:lnSpc>
                <a:spcPct val="97000"/>
              </a:lnSpc>
              <a:spcBef>
                <a:spcPct val="0"/>
              </a:spcBef>
              <a:spcAft>
                <a:spcPct val="0"/>
              </a:spcAft>
              <a:buClr>
                <a:srgbClr val="F89D21"/>
              </a:buClr>
              <a:buSzPct val="90000"/>
              <a:tabLst/>
              <a:defRPr/>
            </a:pPr>
            <a:r>
              <a:rPr lang="en-US" dirty="0"/>
              <a:t>Ad </a:t>
            </a:r>
            <a:r>
              <a:rPr lang="en-US" dirty="0" err="1"/>
              <a:t>etur</a:t>
            </a:r>
            <a:r>
              <a:rPr lang="en-US" dirty="0"/>
              <a:t>, </a:t>
            </a:r>
            <a:r>
              <a:rPr lang="en-US" dirty="0" err="1"/>
              <a:t>velecep</a:t>
            </a:r>
            <a:r>
              <a:rPr lang="en-US" dirty="0"/>
              <a:t> </a:t>
            </a:r>
            <a:r>
              <a:rPr lang="en-US" dirty="0" err="1"/>
              <a:t>erumende</a:t>
            </a:r>
            <a:r>
              <a:rPr lang="en-US" dirty="0"/>
              <a:t> </a:t>
            </a:r>
            <a:r>
              <a:rPr lang="en-US" dirty="0" err="1"/>
              <a:t>voluptatur</a:t>
            </a:r>
            <a:r>
              <a:rPr lang="en-US" dirty="0"/>
              <a:t>? </a:t>
            </a:r>
            <a:r>
              <a:rPr lang="en-US" dirty="0" err="1"/>
              <a:t>Natur</a:t>
            </a:r>
            <a:r>
              <a:rPr lang="en-US" dirty="0"/>
              <a:t> maximus, </a:t>
            </a:r>
            <a:r>
              <a:rPr lang="en-US" dirty="0" err="1"/>
              <a:t>moditatiae</a:t>
            </a:r>
            <a:r>
              <a:rPr lang="en-US" dirty="0"/>
              <a:t> </a:t>
            </a:r>
            <a:r>
              <a:rPr lang="en-US" dirty="0" err="1"/>
              <a:t>ilignihic</a:t>
            </a:r>
            <a:r>
              <a:rPr lang="en-US" dirty="0"/>
              <a:t> </a:t>
            </a:r>
            <a:r>
              <a:rPr lang="en-US" dirty="0" err="1"/>
              <a:t>torum</a:t>
            </a:r>
            <a:r>
              <a:rPr lang="en-US" dirty="0"/>
              <a:t> </a:t>
            </a:r>
            <a:r>
              <a:rPr lang="en-US" dirty="0" err="1"/>
              <a:t>volo</a:t>
            </a:r>
            <a:r>
              <a:rPr lang="en-US" dirty="0"/>
              <a:t> </a:t>
            </a:r>
            <a:r>
              <a:rPr lang="en-US" dirty="0" err="1"/>
              <a:t>voloriation</a:t>
            </a:r>
            <a:r>
              <a:rPr lang="en-US" dirty="0"/>
              <a:t> </a:t>
            </a:r>
            <a:r>
              <a:rPr lang="en-US" dirty="0" err="1"/>
              <a:t>nimus</a:t>
            </a:r>
            <a:r>
              <a:rPr lang="en-US" dirty="0"/>
              <a:t>, </a:t>
            </a:r>
            <a:r>
              <a:rPr lang="en-US" dirty="0" err="1"/>
              <a:t>eatis</a:t>
            </a:r>
            <a:r>
              <a:rPr lang="en-US" dirty="0"/>
              <a:t> </a:t>
            </a:r>
            <a:r>
              <a:rPr lang="en-US" dirty="0" err="1"/>
              <a:t>excesendae</a:t>
            </a:r>
            <a:r>
              <a:rPr lang="en-US" dirty="0"/>
              <a:t> </a:t>
            </a:r>
            <a:r>
              <a:rPr lang="en-US" dirty="0" err="1"/>
              <a:t>nimus</a:t>
            </a:r>
            <a:r>
              <a:rPr lang="en-US" dirty="0"/>
              <a:t>, </a:t>
            </a:r>
            <a:r>
              <a:rPr lang="en-US" dirty="0" err="1"/>
              <a:t>eatis</a:t>
            </a:r>
            <a:r>
              <a:rPr lang="en-US" dirty="0"/>
              <a:t> </a:t>
            </a:r>
            <a:r>
              <a:rPr lang="en-US" dirty="0" err="1"/>
              <a:t>excesendae</a:t>
            </a:r>
            <a:r>
              <a:rPr lang="en-US" dirty="0"/>
              <a:t> </a:t>
            </a:r>
            <a:r>
              <a:rPr lang="en-US" dirty="0" err="1"/>
              <a:t>ommodissita</a:t>
            </a:r>
            <a:r>
              <a:rPr lang="en-US" dirty="0"/>
              <a:t> con </a:t>
            </a:r>
            <a:r>
              <a:rPr lang="en-US" dirty="0" err="1"/>
              <a:t>nis</a:t>
            </a:r>
            <a:r>
              <a:rPr lang="en-US" dirty="0"/>
              <a:t> </a:t>
            </a:r>
            <a:r>
              <a:rPr lang="en-US" dirty="0" err="1"/>
              <a:t>simet</a:t>
            </a:r>
            <a:r>
              <a:rPr lang="en-US" dirty="0"/>
              <a:t> ad </a:t>
            </a:r>
            <a:r>
              <a:rPr lang="en-US" dirty="0" err="1"/>
              <a:t>exero</a:t>
            </a:r>
            <a:r>
              <a:rPr lang="en-US" dirty="0"/>
              <a:t> </a:t>
            </a:r>
            <a:r>
              <a:rPr lang="en-US" dirty="0" err="1"/>
              <a:t>berum</a:t>
            </a:r>
            <a:r>
              <a:rPr lang="en-US" dirty="0"/>
              <a:t> qui tem. </a:t>
            </a:r>
          </a:p>
        </p:txBody>
      </p:sp>
      <p:sp>
        <p:nvSpPr>
          <p:cNvPr id="51" name="Text Placeholder 7"/>
          <p:cNvSpPr>
            <a:spLocks noGrp="1"/>
          </p:cNvSpPr>
          <p:nvPr>
            <p:ph type="body" sz="quarter" idx="47" hasCustomPrompt="1"/>
          </p:nvPr>
        </p:nvSpPr>
        <p:spPr>
          <a:xfrm>
            <a:off x="24066553" y="15137541"/>
            <a:ext cx="7194233" cy="1006814"/>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333406" marR="0" indent="-333406" algn="l" defTabSz="666813" rtl="0" eaLnBrk="1" fontAlgn="base" latinLnBrk="0" hangingPunct="1">
              <a:lnSpc>
                <a:spcPct val="97000"/>
              </a:lnSpc>
              <a:spcBef>
                <a:spcPct val="0"/>
              </a:spcBef>
              <a:spcAft>
                <a:spcPts val="1021"/>
              </a:spcAft>
              <a:buClr>
                <a:srgbClr val="F89D21"/>
              </a:buClr>
              <a:buSzPct val="90000"/>
              <a:buFont typeface="+mj-lt"/>
              <a:buAutoNum type="arabicPeriod" startAt="2"/>
              <a:tabLst/>
              <a:defRPr lang="en-US" sz="2042" b="0" i="0" spc="-22" baseline="0">
                <a:solidFill>
                  <a:srgbClr val="4D4E4D"/>
                </a:solidFill>
                <a:ea typeface="+mj-ea"/>
              </a:defRPr>
            </a:lvl1pPr>
            <a:lvl2pPr marL="989107" indent="0">
              <a:buNone/>
              <a:defRPr lang="en-US" sz="8400" b="1" kern="1200" smtClean="0">
                <a:latin typeface="Arial" charset="0"/>
                <a:ea typeface="+mn-ea"/>
                <a:cs typeface="+mn-cs"/>
              </a:defRPr>
            </a:lvl2pPr>
            <a:lvl3pPr marL="2378301" indent="0">
              <a:buNone/>
              <a:defRPr lang="en-US" sz="8400" b="1" kern="1200" smtClean="0">
                <a:latin typeface="Arial" charset="0"/>
                <a:ea typeface="+mn-ea"/>
                <a:cs typeface="+mn-cs"/>
              </a:defRPr>
            </a:lvl3pPr>
            <a:lvl4pPr marL="3978655" indent="0">
              <a:buNone/>
              <a:defRPr lang="en-US" sz="8400" b="1" kern="1200" smtClean="0">
                <a:latin typeface="Arial" charset="0"/>
                <a:ea typeface="+mn-ea"/>
                <a:cs typeface="+mn-cs"/>
              </a:defRPr>
            </a:lvl4pPr>
            <a:lvl5pPr marL="5579008" indent="0">
              <a:buNone/>
              <a:defRPr lang="en-US" sz="8400" b="1" kern="1200">
                <a:latin typeface="Arial" charset="0"/>
                <a:ea typeface="+mn-ea"/>
                <a:cs typeface="+mn-cs"/>
              </a:defRPr>
            </a:lvl5pPr>
          </a:lstStyle>
          <a:p>
            <a:pPr marL="0" marR="0" lvl="0" indent="0" algn="l" defTabSz="666813" rtl="0" eaLnBrk="1" fontAlgn="base" latinLnBrk="0" hangingPunct="1">
              <a:lnSpc>
                <a:spcPct val="97000"/>
              </a:lnSpc>
              <a:spcBef>
                <a:spcPct val="0"/>
              </a:spcBef>
              <a:spcAft>
                <a:spcPct val="0"/>
              </a:spcAft>
              <a:buClr>
                <a:srgbClr val="F89D21"/>
              </a:buClr>
              <a:buSzPct val="90000"/>
              <a:tabLst/>
              <a:defRPr/>
            </a:pPr>
            <a:r>
              <a:rPr lang="en-US" dirty="0" err="1"/>
              <a:t>Doluptas</a:t>
            </a:r>
            <a:r>
              <a:rPr lang="en-US" dirty="0"/>
              <a:t> </a:t>
            </a:r>
            <a:r>
              <a:rPr lang="en-US" dirty="0" err="1"/>
              <a:t>dem</a:t>
            </a:r>
            <a:r>
              <a:rPr lang="en-US" dirty="0"/>
              <a:t> core </a:t>
            </a:r>
            <a:r>
              <a:rPr lang="en-US" dirty="0" err="1"/>
              <a:t>nis</a:t>
            </a:r>
            <a:r>
              <a:rPr lang="en-US" dirty="0"/>
              <a:t> </a:t>
            </a:r>
            <a:r>
              <a:rPr lang="en-US" dirty="0" err="1"/>
              <a:t>exero</a:t>
            </a:r>
            <a:r>
              <a:rPr lang="en-US" dirty="0"/>
              <a:t> </a:t>
            </a:r>
            <a:r>
              <a:rPr lang="en-US" dirty="0" err="1"/>
              <a:t>teceptaquam</a:t>
            </a:r>
            <a:r>
              <a:rPr lang="en-US" dirty="0"/>
              <a:t> </a:t>
            </a:r>
            <a:r>
              <a:rPr lang="en-US" dirty="0" err="1"/>
              <a:t>aperuntur</a:t>
            </a:r>
            <a:r>
              <a:rPr lang="en-US" dirty="0"/>
              <a:t> </a:t>
            </a:r>
            <a:r>
              <a:rPr lang="en-US" dirty="0" err="1"/>
              <a:t>saeperf</a:t>
            </a:r>
            <a:r>
              <a:rPr lang="en-US" dirty="0"/>
              <a:t> </a:t>
            </a:r>
            <a:r>
              <a:rPr lang="en-US" dirty="0" err="1"/>
              <a:t>eruptae</a:t>
            </a:r>
            <a:r>
              <a:rPr lang="en-US" dirty="0"/>
              <a:t> </a:t>
            </a:r>
            <a:r>
              <a:rPr lang="en-US" dirty="0" err="1"/>
              <a:t>ctempos</a:t>
            </a:r>
            <a:r>
              <a:rPr lang="en-US" dirty="0"/>
              <a:t> </a:t>
            </a:r>
            <a:r>
              <a:rPr lang="en-US" dirty="0" err="1"/>
              <a:t>apissit</a:t>
            </a:r>
            <a:r>
              <a:rPr lang="en-US" dirty="0"/>
              <a:t> </a:t>
            </a:r>
            <a:r>
              <a:rPr lang="en-US" dirty="0" err="1"/>
              <a:t>aut</a:t>
            </a:r>
            <a:r>
              <a:rPr lang="en-US" dirty="0"/>
              <a:t> </a:t>
            </a:r>
            <a:r>
              <a:rPr lang="en-US" dirty="0" err="1"/>
              <a:t>officitas</a:t>
            </a:r>
            <a:r>
              <a:rPr lang="en-US" dirty="0"/>
              <a:t> quam as </a:t>
            </a:r>
            <a:r>
              <a:rPr lang="en-US" dirty="0" err="1"/>
              <a:t>maximoluptas</a:t>
            </a:r>
            <a:r>
              <a:rPr lang="en-US" dirty="0"/>
              <a:t> </a:t>
            </a:r>
            <a:r>
              <a:rPr lang="en-US" dirty="0" err="1"/>
              <a:t>experer</a:t>
            </a:r>
            <a:r>
              <a:rPr lang="en-US" dirty="0"/>
              <a:t> </a:t>
            </a:r>
            <a:r>
              <a:rPr lang="en-US" dirty="0" err="1"/>
              <a:t>ovitae</a:t>
            </a:r>
            <a:r>
              <a:rPr lang="en-US" dirty="0"/>
              <a:t> </a:t>
            </a:r>
            <a:r>
              <a:rPr lang="en-US" dirty="0" err="1"/>
              <a:t>omni</a:t>
            </a:r>
            <a:r>
              <a:rPr lang="en-US" dirty="0"/>
              <a:t> </a:t>
            </a:r>
            <a:r>
              <a:rPr lang="en-US" dirty="0" err="1"/>
              <a:t>coritiam</a:t>
            </a:r>
            <a:r>
              <a:rPr lang="en-US" dirty="0"/>
              <a:t> </a:t>
            </a:r>
            <a:r>
              <a:rPr lang="en-US" dirty="0" err="1"/>
              <a:t>facculliquam</a:t>
            </a:r>
            <a:r>
              <a:rPr lang="en-US" dirty="0"/>
              <a:t>.</a:t>
            </a:r>
          </a:p>
        </p:txBody>
      </p:sp>
      <p:sp>
        <p:nvSpPr>
          <p:cNvPr id="52" name="Text Placeholder 7"/>
          <p:cNvSpPr>
            <a:spLocks noGrp="1"/>
          </p:cNvSpPr>
          <p:nvPr>
            <p:ph type="body" sz="quarter" idx="48" hasCustomPrompt="1"/>
          </p:nvPr>
        </p:nvSpPr>
        <p:spPr>
          <a:xfrm>
            <a:off x="24066553" y="16319903"/>
            <a:ext cx="7194233" cy="1311641"/>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333406" marR="0" indent="-333406" algn="l" defTabSz="666813" rtl="0" eaLnBrk="1" fontAlgn="base" latinLnBrk="0" hangingPunct="1">
              <a:lnSpc>
                <a:spcPct val="97000"/>
              </a:lnSpc>
              <a:spcBef>
                <a:spcPct val="0"/>
              </a:spcBef>
              <a:spcAft>
                <a:spcPct val="0"/>
              </a:spcAft>
              <a:buClr>
                <a:srgbClr val="F89D21"/>
              </a:buClr>
              <a:buSzPct val="90000"/>
              <a:buFont typeface="+mj-lt"/>
              <a:buAutoNum type="arabicPeriod" startAt="3"/>
              <a:tabLst/>
              <a:defRPr lang="en-US" sz="2042" b="0" i="0" spc="-22" baseline="0" smtClean="0">
                <a:solidFill>
                  <a:srgbClr val="4D4E4D"/>
                </a:solidFill>
                <a:ea typeface="+mj-ea"/>
              </a:defRPr>
            </a:lvl1pPr>
            <a:lvl2pPr marL="989107" indent="0">
              <a:buNone/>
              <a:defRPr lang="en-US" sz="8400" b="1" kern="1200" smtClean="0">
                <a:latin typeface="Arial" charset="0"/>
                <a:ea typeface="+mn-ea"/>
                <a:cs typeface="+mn-cs"/>
              </a:defRPr>
            </a:lvl2pPr>
            <a:lvl3pPr marL="2378301" indent="0">
              <a:buNone/>
              <a:defRPr lang="en-US" sz="8400" b="1" kern="1200" smtClean="0">
                <a:latin typeface="Arial" charset="0"/>
                <a:ea typeface="+mn-ea"/>
                <a:cs typeface="+mn-cs"/>
              </a:defRPr>
            </a:lvl3pPr>
            <a:lvl4pPr marL="3978655" indent="0">
              <a:buNone/>
              <a:defRPr lang="en-US" sz="8400" b="1" kern="1200" smtClean="0">
                <a:latin typeface="Arial" charset="0"/>
                <a:ea typeface="+mn-ea"/>
                <a:cs typeface="+mn-cs"/>
              </a:defRPr>
            </a:lvl4pPr>
            <a:lvl5pPr marL="5579008" indent="0">
              <a:buNone/>
              <a:defRPr lang="en-US" sz="8400" b="1" kern="1200">
                <a:latin typeface="Arial" charset="0"/>
                <a:ea typeface="+mn-ea"/>
                <a:cs typeface="+mn-cs"/>
              </a:defRPr>
            </a:lvl5pPr>
          </a:lstStyle>
          <a:p>
            <a:pPr marL="0" marR="0" lvl="0" indent="0" algn="l" defTabSz="666813" rtl="0" eaLnBrk="1" fontAlgn="base" latinLnBrk="0" hangingPunct="1">
              <a:lnSpc>
                <a:spcPct val="97000"/>
              </a:lnSpc>
              <a:spcBef>
                <a:spcPct val="0"/>
              </a:spcBef>
              <a:spcAft>
                <a:spcPct val="0"/>
              </a:spcAft>
              <a:buClr>
                <a:srgbClr val="F89D21"/>
              </a:buClr>
              <a:buSzPct val="90000"/>
              <a:buFont typeface="+mj-lt"/>
              <a:buAutoNum type="arabicPeriod" startAt="3"/>
              <a:tabLst/>
              <a:defRPr/>
            </a:pPr>
            <a:r>
              <a:rPr lang="en-US" dirty="0" err="1"/>
              <a:t>Doluptas</a:t>
            </a:r>
            <a:r>
              <a:rPr lang="en-US" dirty="0"/>
              <a:t> </a:t>
            </a:r>
            <a:r>
              <a:rPr lang="en-US" dirty="0" err="1"/>
              <a:t>dem</a:t>
            </a:r>
            <a:r>
              <a:rPr lang="en-US" dirty="0"/>
              <a:t> core </a:t>
            </a:r>
            <a:r>
              <a:rPr lang="en-US" dirty="0" err="1"/>
              <a:t>nis</a:t>
            </a:r>
            <a:r>
              <a:rPr lang="en-US" dirty="0"/>
              <a:t> </a:t>
            </a:r>
            <a:r>
              <a:rPr lang="en-US" dirty="0" err="1"/>
              <a:t>exero</a:t>
            </a:r>
            <a:r>
              <a:rPr lang="en-US" dirty="0"/>
              <a:t> </a:t>
            </a:r>
            <a:r>
              <a:rPr lang="en-US" dirty="0" err="1"/>
              <a:t>teceptaquam</a:t>
            </a:r>
            <a:r>
              <a:rPr lang="en-US" dirty="0"/>
              <a:t> </a:t>
            </a:r>
            <a:r>
              <a:rPr lang="en-US" dirty="0" err="1"/>
              <a:t>aperuntur</a:t>
            </a:r>
            <a:r>
              <a:rPr lang="en-US" dirty="0"/>
              <a:t> </a:t>
            </a:r>
            <a:r>
              <a:rPr lang="en-US" dirty="0" err="1"/>
              <a:t>saeperf</a:t>
            </a:r>
            <a:r>
              <a:rPr lang="en-US" dirty="0"/>
              <a:t> </a:t>
            </a:r>
            <a:r>
              <a:rPr lang="en-US" dirty="0" err="1"/>
              <a:t>eruptae</a:t>
            </a:r>
            <a:r>
              <a:rPr lang="en-US" dirty="0"/>
              <a:t> </a:t>
            </a:r>
            <a:r>
              <a:rPr lang="en-US" dirty="0" err="1"/>
              <a:t>ctempos</a:t>
            </a:r>
            <a:r>
              <a:rPr lang="en-US" dirty="0"/>
              <a:t> </a:t>
            </a:r>
            <a:r>
              <a:rPr lang="en-US" dirty="0" err="1"/>
              <a:t>apissit</a:t>
            </a:r>
            <a:r>
              <a:rPr lang="en-US" dirty="0"/>
              <a:t> </a:t>
            </a:r>
            <a:r>
              <a:rPr lang="en-US" dirty="0" err="1"/>
              <a:t>aut</a:t>
            </a:r>
            <a:r>
              <a:rPr lang="en-US" dirty="0"/>
              <a:t> </a:t>
            </a:r>
            <a:r>
              <a:rPr lang="en-US" dirty="0" err="1"/>
              <a:t>officitas</a:t>
            </a:r>
            <a:r>
              <a:rPr lang="en-US" dirty="0"/>
              <a:t> quam as </a:t>
            </a:r>
            <a:r>
              <a:rPr lang="en-US" dirty="0" err="1"/>
              <a:t>maximoluptas</a:t>
            </a:r>
            <a:r>
              <a:rPr lang="en-US" dirty="0"/>
              <a:t> </a:t>
            </a:r>
            <a:r>
              <a:rPr lang="en-US" dirty="0" err="1"/>
              <a:t>experer</a:t>
            </a:r>
            <a:r>
              <a:rPr lang="en-US" dirty="0"/>
              <a:t> </a:t>
            </a:r>
            <a:r>
              <a:rPr lang="en-US" dirty="0" err="1"/>
              <a:t>ovitae</a:t>
            </a:r>
            <a:r>
              <a:rPr lang="en-US" dirty="0"/>
              <a:t> </a:t>
            </a:r>
            <a:r>
              <a:rPr lang="en-US" dirty="0" err="1"/>
              <a:t>omni</a:t>
            </a:r>
            <a:r>
              <a:rPr lang="en-US" dirty="0"/>
              <a:t> </a:t>
            </a:r>
            <a:r>
              <a:rPr lang="en-US" dirty="0" err="1"/>
              <a:t>coritiam</a:t>
            </a:r>
            <a:r>
              <a:rPr lang="en-US" dirty="0"/>
              <a:t> </a:t>
            </a:r>
            <a:r>
              <a:rPr lang="en-US" dirty="0" err="1"/>
              <a:t>facculliquam</a:t>
            </a:r>
            <a:r>
              <a:rPr lang="en-US" dirty="0"/>
              <a:t> con </a:t>
            </a:r>
            <a:r>
              <a:rPr lang="en-US" dirty="0" err="1"/>
              <a:t>nis</a:t>
            </a:r>
            <a:r>
              <a:rPr lang="en-US" dirty="0"/>
              <a:t> </a:t>
            </a:r>
            <a:r>
              <a:rPr lang="en-US" dirty="0" err="1"/>
              <a:t>simet</a:t>
            </a:r>
            <a:r>
              <a:rPr lang="en-US" dirty="0"/>
              <a:t> ad </a:t>
            </a:r>
            <a:r>
              <a:rPr lang="en-US" dirty="0" err="1"/>
              <a:t>exero</a:t>
            </a:r>
            <a:r>
              <a:rPr lang="en-US" dirty="0"/>
              <a:t> </a:t>
            </a:r>
            <a:r>
              <a:rPr lang="en-US" dirty="0" err="1"/>
              <a:t>berum</a:t>
            </a:r>
            <a:r>
              <a:rPr lang="en-US" dirty="0"/>
              <a:t> qui tem.</a:t>
            </a:r>
          </a:p>
        </p:txBody>
      </p:sp>
      <p:sp>
        <p:nvSpPr>
          <p:cNvPr id="53" name="Text Placeholder 7"/>
          <p:cNvSpPr>
            <a:spLocks noGrp="1"/>
          </p:cNvSpPr>
          <p:nvPr>
            <p:ph type="body" sz="quarter" idx="49" hasCustomPrompt="1"/>
          </p:nvPr>
        </p:nvSpPr>
        <p:spPr>
          <a:xfrm>
            <a:off x="24066553" y="18779020"/>
            <a:ext cx="7194233" cy="2835776"/>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813" rtl="0" eaLnBrk="1" fontAlgn="base" latinLnBrk="0" hangingPunct="1">
              <a:lnSpc>
                <a:spcPct val="97000"/>
              </a:lnSpc>
              <a:spcBef>
                <a:spcPct val="0"/>
              </a:spcBef>
              <a:spcAft>
                <a:spcPts val="1021"/>
              </a:spcAft>
              <a:buClr>
                <a:srgbClr val="F89D21"/>
              </a:buClr>
              <a:buSzPct val="90000"/>
              <a:buFont typeface="Arial-BoldMT" charset="0"/>
              <a:buNone/>
              <a:tabLst/>
              <a:defRPr lang="en-US" sz="2042" b="0" i="0" spc="-22" baseline="0" smtClean="0">
                <a:solidFill>
                  <a:srgbClr val="4D4E4D"/>
                </a:solidFill>
                <a:ea typeface="+mj-ea"/>
              </a:defRPr>
            </a:lvl1pPr>
            <a:lvl2pPr marL="989107" indent="0">
              <a:buNone/>
              <a:defRPr lang="en-US" sz="8400" b="1" kern="1200" smtClean="0">
                <a:latin typeface="Arial" charset="0"/>
                <a:ea typeface="+mn-ea"/>
                <a:cs typeface="+mn-cs"/>
              </a:defRPr>
            </a:lvl2pPr>
            <a:lvl3pPr marL="2378301" indent="0">
              <a:buNone/>
              <a:defRPr lang="en-US" sz="8400" b="1" kern="1200" smtClean="0">
                <a:latin typeface="Arial" charset="0"/>
                <a:ea typeface="+mn-ea"/>
                <a:cs typeface="+mn-cs"/>
              </a:defRPr>
            </a:lvl3pPr>
            <a:lvl4pPr marL="3978655" indent="0">
              <a:buNone/>
              <a:defRPr lang="en-US" sz="8400" b="1" kern="1200" smtClean="0">
                <a:latin typeface="Arial" charset="0"/>
                <a:ea typeface="+mn-ea"/>
                <a:cs typeface="+mn-cs"/>
              </a:defRPr>
            </a:lvl4pPr>
            <a:lvl5pPr marL="5579008" indent="0">
              <a:buNone/>
              <a:defRPr lang="en-US" sz="8400" b="1" kern="1200">
                <a:latin typeface="Arial" charset="0"/>
                <a:ea typeface="+mn-ea"/>
                <a:cs typeface="+mn-cs"/>
              </a:defRPr>
            </a:lvl5pPr>
          </a:lstStyle>
          <a:p>
            <a:pPr marL="0" marR="0" lvl="0" indent="0" algn="l" defTabSz="666813"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a:t>Type in or paste your text here. </a:t>
            </a:r>
            <a:r>
              <a:rPr lang="en-US" dirty="0" err="1"/>
              <a:t>Nonsequis</a:t>
            </a:r>
            <a:r>
              <a:rPr lang="en-US" dirty="0"/>
              <a:t> mint </a:t>
            </a:r>
            <a:r>
              <a:rPr lang="en-US" dirty="0" err="1"/>
              <a:t>hari</a:t>
            </a:r>
            <a:r>
              <a:rPr lang="en-US" dirty="0"/>
              <a:t> </a:t>
            </a:r>
            <a:r>
              <a:rPr lang="en-US" dirty="0" err="1"/>
              <a:t>descieniet</a:t>
            </a:r>
            <a:r>
              <a:rPr lang="en-US" dirty="0"/>
              <a:t> </a:t>
            </a:r>
            <a:r>
              <a:rPr lang="en-US" dirty="0" err="1"/>
              <a:t>untis</a:t>
            </a:r>
            <a:r>
              <a:rPr lang="en-US" dirty="0"/>
              <a:t> ne </a:t>
            </a:r>
            <a:r>
              <a:rPr lang="en-US" dirty="0" err="1"/>
              <a:t>nisimai</a:t>
            </a:r>
            <a:r>
              <a:rPr lang="en-US" dirty="0"/>
              <a:t> </a:t>
            </a:r>
            <a:r>
              <a:rPr lang="en-US" dirty="0" err="1"/>
              <a:t>oriberene</a:t>
            </a:r>
            <a:r>
              <a:rPr lang="en-US" dirty="0"/>
              <a:t> </a:t>
            </a:r>
            <a:r>
              <a:rPr lang="en-US" dirty="0" err="1"/>
              <a:t>volorporem</a:t>
            </a:r>
            <a:r>
              <a:rPr lang="en-US" dirty="0"/>
              <a:t> </a:t>
            </a:r>
            <a:r>
              <a:rPr lang="en-US" dirty="0" err="1"/>
              <a:t>quia</a:t>
            </a:r>
            <a:r>
              <a:rPr lang="en-US" dirty="0"/>
              <a:t> </a:t>
            </a:r>
            <a:r>
              <a:rPr lang="en-US" dirty="0" err="1"/>
              <a:t>prore</a:t>
            </a:r>
            <a:r>
              <a:rPr lang="en-US" dirty="0"/>
              <a:t> </a:t>
            </a:r>
            <a:r>
              <a:rPr lang="en-US" dirty="0" err="1"/>
              <a:t>volorestrum</a:t>
            </a:r>
            <a:r>
              <a:rPr lang="en-US" dirty="0"/>
              <a:t> quae </a:t>
            </a:r>
            <a:r>
              <a:rPr lang="en-US" dirty="0" err="1"/>
              <a:t>es</a:t>
            </a:r>
            <a:r>
              <a:rPr lang="en-US" dirty="0"/>
              <a:t> </a:t>
            </a:r>
            <a:r>
              <a:rPr lang="en-US" dirty="0" err="1"/>
              <a:t>eum</a:t>
            </a:r>
            <a:r>
              <a:rPr lang="en-US" dirty="0"/>
              <a:t> </a:t>
            </a:r>
            <a:r>
              <a:rPr lang="en-US" dirty="0" err="1"/>
              <a:t>elent</a:t>
            </a:r>
            <a:r>
              <a:rPr lang="en-US" dirty="0"/>
              <a:t> </a:t>
            </a:r>
            <a:r>
              <a:rPr lang="en-US" dirty="0" err="1"/>
              <a:t>verspicatia</a:t>
            </a:r>
            <a:r>
              <a:rPr lang="en-US" dirty="0"/>
              <a:t> </a:t>
            </a:r>
            <a:r>
              <a:rPr lang="en-US" dirty="0" err="1"/>
              <a:t>entiorr</a:t>
            </a:r>
            <a:r>
              <a:rPr lang="en-US" dirty="0"/>
              <a:t> </a:t>
            </a:r>
            <a:r>
              <a:rPr lang="en-US" dirty="0" err="1"/>
              <a:t>oviduciis</a:t>
            </a:r>
            <a:r>
              <a:rPr lang="en-US" dirty="0"/>
              <a:t> pro </a:t>
            </a:r>
            <a:r>
              <a:rPr lang="en-US" dirty="0" err="1"/>
              <a:t>odi</a:t>
            </a:r>
            <a:r>
              <a:rPr lang="en-US" dirty="0"/>
              <a:t> </a:t>
            </a:r>
            <a:r>
              <a:rPr lang="en-US" dirty="0" err="1"/>
              <a:t>nulliqui</a:t>
            </a:r>
            <a:r>
              <a:rPr lang="en-US" dirty="0"/>
              <a:t> </a:t>
            </a:r>
            <a:r>
              <a:rPr lang="en-US" dirty="0" err="1"/>
              <a:t>duciuntiam</a:t>
            </a:r>
            <a:r>
              <a:rPr lang="en-US" dirty="0"/>
              <a:t>, </a:t>
            </a:r>
            <a:r>
              <a:rPr lang="en-US" dirty="0" err="1"/>
              <a:t>sam</a:t>
            </a:r>
            <a:r>
              <a:rPr lang="en-US" dirty="0"/>
              <a:t>, quo test </a:t>
            </a:r>
            <a:r>
              <a:rPr lang="en-US" dirty="0" err="1"/>
              <a:t>autaquo</a:t>
            </a:r>
            <a:r>
              <a:rPr lang="en-US" dirty="0"/>
              <a:t> quod </a:t>
            </a:r>
            <a:r>
              <a:rPr lang="en-US" dirty="0" err="1"/>
              <a:t>eum</a:t>
            </a:r>
            <a:r>
              <a:rPr lang="en-US" dirty="0"/>
              <a:t> </a:t>
            </a:r>
            <a:r>
              <a:rPr lang="en-US" dirty="0" err="1"/>
              <a:t>asperi</a:t>
            </a:r>
            <a:r>
              <a:rPr lang="en-US" dirty="0"/>
              <a:t> as </a:t>
            </a:r>
            <a:r>
              <a:rPr lang="en-US" dirty="0" err="1"/>
              <a:t>dolut</a:t>
            </a:r>
            <a:r>
              <a:rPr lang="en-US" dirty="0"/>
              <a:t> quos </a:t>
            </a:r>
            <a:r>
              <a:rPr lang="en-US" dirty="0" err="1"/>
              <a:t>voluptatur</a:t>
            </a:r>
            <a:r>
              <a:rPr lang="en-US" dirty="0"/>
              <a:t> </a:t>
            </a:r>
            <a:r>
              <a:rPr lang="en-US" dirty="0" err="1"/>
              <a:t>aut</a:t>
            </a:r>
            <a:r>
              <a:rPr lang="en-US" dirty="0"/>
              <a:t> quae </a:t>
            </a:r>
            <a:r>
              <a:rPr lang="en-US" dirty="0" err="1"/>
              <a:t>sint</a:t>
            </a:r>
            <a:r>
              <a:rPr lang="en-US" dirty="0"/>
              <a:t> </a:t>
            </a:r>
            <a:r>
              <a:rPr lang="en-US" dirty="0" err="1"/>
              <a:t>erum</a:t>
            </a:r>
            <a:r>
              <a:rPr lang="en-US" dirty="0"/>
              <a:t> </a:t>
            </a:r>
            <a:r>
              <a:rPr lang="en-US" dirty="0" err="1"/>
              <a:t>eos</a:t>
            </a:r>
            <a:r>
              <a:rPr lang="en-US" dirty="0"/>
              <a:t> </a:t>
            </a:r>
            <a:r>
              <a:rPr lang="en-US" dirty="0" err="1"/>
              <a:t>aborporesti</a:t>
            </a:r>
            <a:r>
              <a:rPr lang="en-US" dirty="0"/>
              <a:t> </a:t>
            </a:r>
            <a:r>
              <a:rPr lang="en-US" dirty="0" err="1"/>
              <a:t>dolum</a:t>
            </a:r>
            <a:r>
              <a:rPr lang="en-US" dirty="0"/>
              <a:t>, que pa </a:t>
            </a:r>
            <a:r>
              <a:rPr lang="en-US" dirty="0" err="1"/>
              <a:t>conecabore</a:t>
            </a:r>
            <a:r>
              <a:rPr lang="en-US" dirty="0"/>
              <a:t> </a:t>
            </a:r>
            <a:r>
              <a:rPr lang="en-US" dirty="0" err="1"/>
              <a:t>nullut</a:t>
            </a:r>
            <a:r>
              <a:rPr lang="en-US" dirty="0"/>
              <a:t> </a:t>
            </a:r>
            <a:r>
              <a:rPr lang="en-US" dirty="0" err="1"/>
              <a:t>ipsae</a:t>
            </a:r>
            <a:r>
              <a:rPr lang="en-US" dirty="0"/>
              <a:t> </a:t>
            </a:r>
            <a:r>
              <a:rPr lang="en-US" dirty="0" err="1"/>
              <a:t>nis</a:t>
            </a:r>
            <a:r>
              <a:rPr lang="en-US" dirty="0"/>
              <a:t> </a:t>
            </a:r>
            <a:r>
              <a:rPr lang="en-US" dirty="0" err="1"/>
              <a:t>debis</a:t>
            </a:r>
            <a:r>
              <a:rPr lang="en-US" dirty="0"/>
              <a:t> </a:t>
            </a:r>
            <a:r>
              <a:rPr lang="en-US" dirty="0" err="1"/>
              <a:t>adi</a:t>
            </a:r>
            <a:r>
              <a:rPr lang="en-US" dirty="0"/>
              <a:t> non </a:t>
            </a:r>
            <a:r>
              <a:rPr lang="en-US" dirty="0" err="1"/>
              <a:t>reperios</a:t>
            </a:r>
            <a:r>
              <a:rPr lang="en-US" dirty="0"/>
              <a:t> </a:t>
            </a:r>
            <a:r>
              <a:rPr lang="en-US" dirty="0" err="1"/>
              <a:t>etur</a:t>
            </a:r>
            <a:r>
              <a:rPr lang="en-US" dirty="0"/>
              <a:t> </a:t>
            </a:r>
            <a:r>
              <a:rPr lang="en-US" dirty="0" err="1"/>
              <a:t>rerum</a:t>
            </a:r>
            <a:r>
              <a:rPr lang="en-US" dirty="0"/>
              <a:t> </a:t>
            </a:r>
            <a:r>
              <a:rPr lang="en-US" dirty="0" err="1"/>
              <a:t>vellabo</a:t>
            </a:r>
            <a:r>
              <a:rPr lang="en-US" dirty="0"/>
              <a:t>. dis ad qui con </a:t>
            </a:r>
            <a:r>
              <a:rPr lang="en-US" dirty="0" err="1"/>
              <a:t>raecabo</a:t>
            </a:r>
            <a:r>
              <a:rPr lang="en-US" dirty="0"/>
              <a:t>. </a:t>
            </a:r>
            <a:r>
              <a:rPr lang="en-US" dirty="0" err="1"/>
              <a:t>Busdam</a:t>
            </a:r>
            <a:r>
              <a:rPr lang="en-US" dirty="0"/>
              <a:t>, am con </a:t>
            </a:r>
            <a:r>
              <a:rPr lang="en-US" dirty="0" err="1"/>
              <a:t>rerum</a:t>
            </a:r>
            <a:r>
              <a:rPr lang="en-US" dirty="0"/>
              <a:t> et </a:t>
            </a:r>
            <a:r>
              <a:rPr lang="en-US" dirty="0" err="1"/>
              <a:t>odi</a:t>
            </a:r>
            <a:r>
              <a:rPr lang="en-US" dirty="0"/>
              <a:t> </a:t>
            </a:r>
            <a:r>
              <a:rPr lang="en-US" dirty="0" err="1"/>
              <a:t>optatetur</a:t>
            </a:r>
            <a:r>
              <a:rPr lang="en-US" dirty="0"/>
              <a:t> </a:t>
            </a:r>
            <a:r>
              <a:rPr lang="en-US" dirty="0" err="1"/>
              <a:t>adi</a:t>
            </a:r>
            <a:r>
              <a:rPr lang="en-US" dirty="0"/>
              <a:t> </a:t>
            </a:r>
            <a:r>
              <a:rPr lang="en-US" dirty="0" err="1"/>
              <a:t>volorep</a:t>
            </a:r>
            <a:r>
              <a:rPr lang="en-US" dirty="0"/>
              <a:t> </a:t>
            </a:r>
            <a:r>
              <a:rPr lang="en-US" dirty="0" err="1"/>
              <a:t>elignisciet</a:t>
            </a:r>
            <a:r>
              <a:rPr lang="en-US" dirty="0"/>
              <a:t> et </a:t>
            </a:r>
            <a:r>
              <a:rPr lang="en-US" dirty="0" err="1"/>
              <a:t>lis</a:t>
            </a:r>
            <a:r>
              <a:rPr lang="en-US" dirty="0"/>
              <a:t> </a:t>
            </a:r>
            <a:r>
              <a:rPr lang="en-US" dirty="0" err="1"/>
              <a:t>consequis</a:t>
            </a:r>
            <a:r>
              <a:rPr lang="en-US" dirty="0"/>
              <a:t> </a:t>
            </a:r>
            <a:r>
              <a:rPr lang="en-US" dirty="0" err="1"/>
              <a:t>dem</a:t>
            </a:r>
            <a:r>
              <a:rPr lang="en-US" dirty="0"/>
              <a:t> </a:t>
            </a:r>
            <a:r>
              <a:rPr lang="en-US" dirty="0" err="1"/>
              <a:t>laut</a:t>
            </a:r>
            <a:r>
              <a:rPr lang="en-US" dirty="0"/>
              <a:t> </a:t>
            </a:r>
            <a:r>
              <a:rPr lang="en-US" dirty="0" err="1"/>
              <a:t>exera</a:t>
            </a:r>
            <a:r>
              <a:rPr lang="en-US" dirty="0"/>
              <a:t> </a:t>
            </a:r>
            <a:r>
              <a:rPr lang="en-US" dirty="0" err="1"/>
              <a:t>cupta</a:t>
            </a:r>
            <a:r>
              <a:rPr lang="en-US" dirty="0"/>
              <a:t>.</a:t>
            </a:r>
          </a:p>
        </p:txBody>
      </p:sp>
      <p:sp>
        <p:nvSpPr>
          <p:cNvPr id="56" name="Text Placeholder 7"/>
          <p:cNvSpPr>
            <a:spLocks noGrp="1"/>
          </p:cNvSpPr>
          <p:nvPr>
            <p:ph type="body" sz="quarter" idx="50" hasCustomPrompt="1"/>
          </p:nvPr>
        </p:nvSpPr>
        <p:spPr>
          <a:xfrm>
            <a:off x="757052" y="7901933"/>
            <a:ext cx="7194233" cy="1006814"/>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813" rtl="0" eaLnBrk="1" fontAlgn="base" latinLnBrk="0" hangingPunct="1">
              <a:lnSpc>
                <a:spcPct val="97000"/>
              </a:lnSpc>
              <a:spcBef>
                <a:spcPct val="0"/>
              </a:spcBef>
              <a:spcAft>
                <a:spcPts val="1021"/>
              </a:spcAft>
              <a:buClr>
                <a:srgbClr val="F89D21"/>
              </a:buClr>
              <a:buSzPct val="90000"/>
              <a:buFont typeface="Arial-BoldMT" charset="0"/>
              <a:buNone/>
              <a:tabLst/>
              <a:defRPr lang="en-US" sz="2042" b="0" i="0" spc="-22" baseline="0" smtClean="0">
                <a:solidFill>
                  <a:srgbClr val="4D4E4D"/>
                </a:solidFill>
                <a:ea typeface="+mj-ea"/>
              </a:defRPr>
            </a:lvl1pPr>
            <a:lvl2pPr marL="989107" indent="0">
              <a:buNone/>
              <a:defRPr lang="en-US" sz="8400" b="1" kern="1200" smtClean="0">
                <a:latin typeface="Arial" charset="0"/>
                <a:ea typeface="+mn-ea"/>
                <a:cs typeface="+mn-cs"/>
              </a:defRPr>
            </a:lvl2pPr>
            <a:lvl3pPr marL="2378301" indent="0">
              <a:buNone/>
              <a:defRPr lang="en-US" sz="8400" b="1" kern="1200" smtClean="0">
                <a:latin typeface="Arial" charset="0"/>
                <a:ea typeface="+mn-ea"/>
                <a:cs typeface="+mn-cs"/>
              </a:defRPr>
            </a:lvl3pPr>
            <a:lvl4pPr marL="3978655" indent="0">
              <a:buNone/>
              <a:defRPr lang="en-US" sz="8400" b="1" kern="1200" smtClean="0">
                <a:latin typeface="Arial" charset="0"/>
                <a:ea typeface="+mn-ea"/>
                <a:cs typeface="+mn-cs"/>
              </a:defRPr>
            </a:lvl4pPr>
            <a:lvl5pPr marL="5579008" indent="0">
              <a:buNone/>
              <a:defRPr lang="en-US" sz="8400" b="1" kern="1200">
                <a:latin typeface="Arial" charset="0"/>
                <a:ea typeface="+mn-ea"/>
                <a:cs typeface="+mn-cs"/>
              </a:defRPr>
            </a:lvl5pPr>
          </a:lstStyle>
          <a:p>
            <a:pPr marL="0" marR="0" lvl="0" indent="0" algn="l" defTabSz="666813"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err="1"/>
              <a:t>Natur</a:t>
            </a:r>
            <a:r>
              <a:rPr lang="en-US" dirty="0"/>
              <a:t> maximus, quam, </a:t>
            </a:r>
            <a:r>
              <a:rPr lang="en-US" dirty="0" err="1"/>
              <a:t>ute</a:t>
            </a:r>
            <a:r>
              <a:rPr lang="en-US" dirty="0"/>
              <a:t> </a:t>
            </a:r>
            <a:r>
              <a:rPr lang="en-US" dirty="0" err="1"/>
              <a:t>vendendae</a:t>
            </a:r>
            <a:r>
              <a:rPr lang="en-US" dirty="0"/>
              <a:t> </a:t>
            </a:r>
            <a:r>
              <a:rPr lang="en-US" dirty="0" err="1"/>
              <a:t>aut</a:t>
            </a:r>
            <a:r>
              <a:rPr lang="en-US" dirty="0"/>
              <a:t> </a:t>
            </a:r>
            <a:r>
              <a:rPr lang="en-US" dirty="0" err="1"/>
              <a:t>mos</a:t>
            </a:r>
            <a:r>
              <a:rPr lang="en-US" dirty="0"/>
              <a:t> </a:t>
            </a:r>
            <a:r>
              <a:rPr lang="en-US" dirty="0" err="1"/>
              <a:t>quisquiae</a:t>
            </a:r>
            <a:r>
              <a:rPr lang="en-US" dirty="0"/>
              <a:t> </a:t>
            </a:r>
            <a:r>
              <a:rPr lang="en-US" dirty="0" err="1"/>
              <a:t>dolorum</a:t>
            </a:r>
            <a:r>
              <a:rPr lang="en-US" dirty="0"/>
              <a:t> </a:t>
            </a:r>
            <a:r>
              <a:rPr lang="en-US" dirty="0" err="1"/>
              <a:t>undit</a:t>
            </a:r>
            <a:r>
              <a:rPr lang="en-US" dirty="0"/>
              <a:t>, </a:t>
            </a:r>
            <a:r>
              <a:rPr lang="en-US" dirty="0" err="1"/>
              <a:t>niet</a:t>
            </a:r>
            <a:r>
              <a:rPr lang="en-US" dirty="0"/>
              <a:t> </a:t>
            </a:r>
            <a:r>
              <a:rPr lang="en-US" dirty="0" err="1"/>
              <a:t>voluptatur</a:t>
            </a:r>
            <a:r>
              <a:rPr lang="en-US" dirty="0"/>
              <a:t>, </a:t>
            </a:r>
            <a:r>
              <a:rPr lang="en-US" dirty="0" err="1"/>
              <a:t>senditate</a:t>
            </a:r>
            <a:r>
              <a:rPr lang="en-US" dirty="0"/>
              <a:t> </a:t>
            </a:r>
            <a:r>
              <a:rPr lang="en-US" dirty="0" err="1"/>
              <a:t>rero</a:t>
            </a:r>
            <a:r>
              <a:rPr lang="en-US" dirty="0"/>
              <a:t> </a:t>
            </a:r>
            <a:r>
              <a:rPr lang="en-US" dirty="0" err="1"/>
              <a:t>es</a:t>
            </a:r>
            <a:r>
              <a:rPr lang="en-US" dirty="0"/>
              <a:t> </a:t>
            </a:r>
            <a:r>
              <a:rPr lang="en-US" dirty="0" err="1"/>
              <a:t>sunt</a:t>
            </a:r>
            <a:r>
              <a:rPr lang="en-US" dirty="0"/>
              <a:t> </a:t>
            </a:r>
            <a:r>
              <a:rPr lang="en-US" dirty="0" err="1"/>
              <a:t>eritinullo</a:t>
            </a:r>
            <a:r>
              <a:rPr lang="en-US" dirty="0"/>
              <a:t> que </a:t>
            </a:r>
            <a:r>
              <a:rPr lang="en-US" dirty="0" err="1"/>
              <a:t>moditatiae</a:t>
            </a:r>
            <a:r>
              <a:rPr lang="en-US" dirty="0"/>
              <a:t> </a:t>
            </a:r>
            <a:r>
              <a:rPr lang="en-US" dirty="0" err="1"/>
              <a:t>ilignihic</a:t>
            </a:r>
            <a:r>
              <a:rPr lang="en-US" dirty="0"/>
              <a:t>.</a:t>
            </a:r>
          </a:p>
        </p:txBody>
      </p:sp>
      <p:sp>
        <p:nvSpPr>
          <p:cNvPr id="39" name="TextBox 38"/>
          <p:cNvSpPr txBox="1"/>
          <p:nvPr userDrawn="1"/>
        </p:nvSpPr>
        <p:spPr>
          <a:xfrm>
            <a:off x="697167" y="23367852"/>
            <a:ext cx="3476529" cy="316690"/>
          </a:xfrm>
          <a:prstGeom prst="rect">
            <a:avLst/>
          </a:prstGeom>
          <a:noFill/>
        </p:spPr>
        <p:txBody>
          <a:bodyPr wrap="none" rtlCol="0">
            <a:spAutoFit/>
          </a:bodyPr>
          <a:lstStyle/>
          <a:p>
            <a:r>
              <a:rPr lang="en-US" sz="1458" dirty="0">
                <a:solidFill>
                  <a:srgbClr val="6D6D6C"/>
                </a:solidFill>
              </a:rPr>
              <a:t>© 2022 Illumina, Inc. All rights reserved.</a:t>
            </a:r>
          </a:p>
        </p:txBody>
      </p:sp>
      <p:sp>
        <p:nvSpPr>
          <p:cNvPr id="2" name="Footer Placeholder 1"/>
          <p:cNvSpPr>
            <a:spLocks noGrp="1"/>
          </p:cNvSpPr>
          <p:nvPr>
            <p:ph type="ftr" sz="quarter" idx="51"/>
          </p:nvPr>
        </p:nvSpPr>
        <p:spPr/>
        <p:txBody>
          <a:bodyPr/>
          <a:lstStyle/>
          <a:p>
            <a:r>
              <a:rPr lang="en-US"/>
              <a:t>For Research Use Only.  Not for use in diagnostic procedures.</a:t>
            </a:r>
            <a:endParaRPr lang="en-US" dirty="0"/>
          </a:p>
        </p:txBody>
      </p:sp>
    </p:spTree>
    <p:custDataLst>
      <p:tags r:id="rId1"/>
    </p:custDataLst>
    <p:extLst>
      <p:ext uri="{BB962C8B-B14F-4D97-AF65-F5344CB8AC3E}">
        <p14:creationId xmlns:p14="http://schemas.microsoft.com/office/powerpoint/2010/main" val="2067257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164" userDrawn="1">
          <p15:clr>
            <a:srgbClr val="FBAE40"/>
          </p15:clr>
        </p15:guide>
        <p15:guide id="2" pos="474" userDrawn="1">
          <p15:clr>
            <a:srgbClr val="FBAE40"/>
          </p15:clr>
        </p15:guide>
        <p15:guide id="3" pos="5013" userDrawn="1">
          <p15:clr>
            <a:srgbClr val="FBAE40"/>
          </p15:clr>
        </p15:guide>
        <p15:guide id="4" pos="5365" userDrawn="1">
          <p15:clr>
            <a:srgbClr val="FBAE40"/>
          </p15:clr>
        </p15:guide>
        <p15:guide id="5" pos="9914" userDrawn="1">
          <p15:clr>
            <a:srgbClr val="FBAE40"/>
          </p15:clr>
        </p15:guide>
        <p15:guide id="6" pos="14796" userDrawn="1">
          <p15:clr>
            <a:srgbClr val="FBAE40"/>
          </p15:clr>
        </p15:guide>
        <p15:guide id="7" pos="10270" userDrawn="1">
          <p15:clr>
            <a:srgbClr val="FBAE40"/>
          </p15:clr>
        </p15:guide>
        <p15:guide id="8" pos="19686" userDrawn="1">
          <p15:clr>
            <a:srgbClr val="FBAE40"/>
          </p15:clr>
        </p15:guide>
        <p15:guide id="9" pos="15161" userDrawn="1">
          <p15:clr>
            <a:srgbClr val="FBAE40"/>
          </p15:clr>
        </p15:guide>
        <p15:guide id="10" orient="horz" pos="14861" userDrawn="1">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0098" y="809244"/>
            <a:ext cx="29670459" cy="124690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here to </a:t>
            </a:r>
            <a:r>
              <a:rPr lang="en-US"/>
              <a:t>add title</a:t>
            </a:r>
            <a:endParaRPr lang="en-US" dirty="0"/>
          </a:p>
        </p:txBody>
      </p:sp>
      <p:sp>
        <p:nvSpPr>
          <p:cNvPr id="9" name="Footer Placeholder 1"/>
          <p:cNvSpPr>
            <a:spLocks noGrp="1"/>
          </p:cNvSpPr>
          <p:nvPr>
            <p:ph type="ftr" sz="quarter" idx="3"/>
          </p:nvPr>
        </p:nvSpPr>
        <p:spPr>
          <a:xfrm>
            <a:off x="10420995" y="23177638"/>
            <a:ext cx="11162017" cy="530915"/>
          </a:xfrm>
          <a:prstGeom prst="rect">
            <a:avLst/>
          </a:prstGeom>
        </p:spPr>
        <p:txBody>
          <a:bodyPr vert="horz" wrap="none" lIns="91440" tIns="45720" rIns="91440" bIns="45720" rtlCol="0" anchor="ctr">
            <a:noAutofit/>
          </a:bodyPr>
          <a:lstStyle>
            <a:lvl1pPr algn="ctr">
              <a:defRPr sz="2917" b="1">
                <a:solidFill>
                  <a:schemeClr val="tx1"/>
                </a:solidFill>
              </a:defRPr>
            </a:lvl1pPr>
          </a:lstStyle>
          <a:p>
            <a:r>
              <a:rPr lang="en-US" dirty="0"/>
              <a:t>For Research Use Only.  Not for use in diagnostic procedures.</a:t>
            </a:r>
          </a:p>
        </p:txBody>
      </p:sp>
    </p:spTree>
    <p:extLst>
      <p:ext uri="{BB962C8B-B14F-4D97-AF65-F5344CB8AC3E}">
        <p14:creationId xmlns:p14="http://schemas.microsoft.com/office/powerpoint/2010/main" val="1858238899"/>
      </p:ext>
    </p:extLst>
  </p:cSld>
  <p:clrMap bg1="lt1" tx1="dk1" bg2="lt2" tx2="dk2" accent1="accent1" accent2="accent2" accent3="accent3" accent4="accent4" accent5="accent5" accent6="accent6" hlink="hlink" folHlink="folHlink"/>
  <p:sldLayoutIdLst>
    <p:sldLayoutId id="2147483791" r:id="rId1"/>
  </p:sldLayoutIdLst>
  <p:transition spd="med">
    <p:wipe dir="r"/>
  </p:transition>
  <p:txStyles>
    <p:titleStyle>
      <a:lvl1pPr algn="l" rtl="0" eaLnBrk="1" fontAlgn="base" hangingPunct="1">
        <a:spcBef>
          <a:spcPct val="0"/>
        </a:spcBef>
        <a:spcAft>
          <a:spcPct val="0"/>
        </a:spcAft>
        <a:defRPr sz="8750" b="1" i="0" kern="500" spc="-146" baseline="0">
          <a:solidFill>
            <a:srgbClr val="ED9D2D"/>
          </a:solidFill>
          <a:latin typeface="+mj-lt"/>
          <a:ea typeface="+mj-ea"/>
          <a:cs typeface="Arial"/>
        </a:defRPr>
      </a:lvl1pPr>
      <a:lvl2pPr algn="l" rtl="0" eaLnBrk="1" fontAlgn="base" hangingPunct="1">
        <a:spcBef>
          <a:spcPct val="0"/>
        </a:spcBef>
        <a:spcAft>
          <a:spcPct val="0"/>
        </a:spcAft>
        <a:defRPr sz="8400" b="1">
          <a:solidFill>
            <a:schemeClr val="tx1"/>
          </a:solidFill>
          <a:latin typeface="Arial" charset="0"/>
        </a:defRPr>
      </a:lvl2pPr>
      <a:lvl3pPr algn="l" rtl="0" eaLnBrk="1" fontAlgn="base" hangingPunct="1">
        <a:spcBef>
          <a:spcPct val="0"/>
        </a:spcBef>
        <a:spcAft>
          <a:spcPct val="0"/>
        </a:spcAft>
        <a:defRPr sz="8400" b="1">
          <a:solidFill>
            <a:schemeClr val="tx1"/>
          </a:solidFill>
          <a:latin typeface="Arial" charset="0"/>
        </a:defRPr>
      </a:lvl3pPr>
      <a:lvl4pPr algn="l" rtl="0" eaLnBrk="1" fontAlgn="base" hangingPunct="1">
        <a:spcBef>
          <a:spcPct val="0"/>
        </a:spcBef>
        <a:spcAft>
          <a:spcPct val="0"/>
        </a:spcAft>
        <a:defRPr sz="8400" b="1">
          <a:solidFill>
            <a:schemeClr val="tx1"/>
          </a:solidFill>
          <a:latin typeface="Arial" charset="0"/>
        </a:defRPr>
      </a:lvl4pPr>
      <a:lvl5pPr algn="l" rtl="0" eaLnBrk="1" fontAlgn="base" hangingPunct="1">
        <a:spcBef>
          <a:spcPct val="0"/>
        </a:spcBef>
        <a:spcAft>
          <a:spcPct val="0"/>
        </a:spcAft>
        <a:defRPr sz="8400" b="1">
          <a:solidFill>
            <a:schemeClr val="tx1"/>
          </a:solidFill>
          <a:latin typeface="Arial" charset="0"/>
        </a:defRPr>
      </a:lvl5pPr>
      <a:lvl6pPr marL="1600353" algn="l" rtl="0" eaLnBrk="1" fontAlgn="base" hangingPunct="1">
        <a:spcBef>
          <a:spcPct val="0"/>
        </a:spcBef>
        <a:spcAft>
          <a:spcPct val="0"/>
        </a:spcAft>
        <a:defRPr sz="8400" b="1">
          <a:solidFill>
            <a:schemeClr val="tx1"/>
          </a:solidFill>
          <a:latin typeface="Arial" charset="0"/>
        </a:defRPr>
      </a:lvl6pPr>
      <a:lvl7pPr marL="3200705" algn="l" rtl="0" eaLnBrk="1" fontAlgn="base" hangingPunct="1">
        <a:spcBef>
          <a:spcPct val="0"/>
        </a:spcBef>
        <a:spcAft>
          <a:spcPct val="0"/>
        </a:spcAft>
        <a:defRPr sz="8400" b="1">
          <a:solidFill>
            <a:schemeClr val="tx1"/>
          </a:solidFill>
          <a:latin typeface="Arial" charset="0"/>
        </a:defRPr>
      </a:lvl7pPr>
      <a:lvl8pPr marL="4801057" algn="l" rtl="0" eaLnBrk="1" fontAlgn="base" hangingPunct="1">
        <a:spcBef>
          <a:spcPct val="0"/>
        </a:spcBef>
        <a:spcAft>
          <a:spcPct val="0"/>
        </a:spcAft>
        <a:defRPr sz="8400" b="1">
          <a:solidFill>
            <a:schemeClr val="tx1"/>
          </a:solidFill>
          <a:latin typeface="Arial" charset="0"/>
        </a:defRPr>
      </a:lvl8pPr>
      <a:lvl9pPr marL="6401409" algn="l" rtl="0" eaLnBrk="1" fontAlgn="base" hangingPunct="1">
        <a:spcBef>
          <a:spcPct val="0"/>
        </a:spcBef>
        <a:spcAft>
          <a:spcPct val="0"/>
        </a:spcAft>
        <a:defRPr sz="8400" b="1">
          <a:solidFill>
            <a:schemeClr val="tx1"/>
          </a:solidFill>
          <a:latin typeface="Arial" charset="0"/>
        </a:defRPr>
      </a:lvl9pPr>
    </p:titleStyle>
    <p:bodyStyle>
      <a:lvl1pPr marL="0" indent="0" algn="l" rtl="0" eaLnBrk="1" fontAlgn="base" hangingPunct="1">
        <a:spcBef>
          <a:spcPts val="0"/>
        </a:spcBef>
        <a:spcAft>
          <a:spcPts val="0"/>
        </a:spcAft>
        <a:buClr>
          <a:srgbClr val="F89D21"/>
        </a:buClr>
        <a:buSzPct val="90000"/>
        <a:buFont typeface="Arial-BoldMT" charset="0"/>
        <a:buNone/>
        <a:tabLst/>
        <a:defRPr sz="2917" b="0" kern="500" spc="105" baseline="0">
          <a:solidFill>
            <a:schemeClr val="tx1"/>
          </a:solidFill>
          <a:latin typeface="+mj-lt"/>
          <a:ea typeface="+mn-ea"/>
          <a:cs typeface="Arial"/>
        </a:defRPr>
      </a:lvl1pPr>
      <a:lvl2pPr marL="1200265" indent="0" algn="l" rtl="0" eaLnBrk="1" fontAlgn="base" hangingPunct="1">
        <a:spcBef>
          <a:spcPts val="0"/>
        </a:spcBef>
        <a:spcAft>
          <a:spcPts val="1400"/>
        </a:spcAft>
        <a:buClr>
          <a:schemeClr val="tx1"/>
        </a:buClr>
        <a:buFont typeface="ArialMT" charset="0"/>
        <a:buNone/>
        <a:tabLst/>
        <a:defRPr sz="2042" kern="500" spc="-70" baseline="0">
          <a:solidFill>
            <a:schemeClr val="tx1"/>
          </a:solidFill>
          <a:latin typeface="+mj-lt"/>
          <a:cs typeface="Arial"/>
        </a:defRPr>
      </a:lvl2pPr>
      <a:lvl3pPr marL="3200705" indent="0" algn="l" rtl="0" eaLnBrk="1" fontAlgn="base" hangingPunct="1">
        <a:spcBef>
          <a:spcPts val="0"/>
        </a:spcBef>
        <a:spcAft>
          <a:spcPts val="2100"/>
        </a:spcAft>
        <a:buClr>
          <a:schemeClr val="tx1"/>
        </a:buClr>
        <a:buSzPct val="80000"/>
        <a:buFont typeface="Wingdings" pitchFamily="2" charset="2"/>
        <a:buNone/>
        <a:defRPr sz="5600">
          <a:solidFill>
            <a:schemeClr val="tx1"/>
          </a:solidFill>
          <a:latin typeface="Arial"/>
          <a:cs typeface="Arial"/>
        </a:defRPr>
      </a:lvl3pPr>
      <a:lvl4pPr marL="4801057" indent="0" algn="l" rtl="0" eaLnBrk="1" fontAlgn="base" hangingPunct="1">
        <a:spcBef>
          <a:spcPts val="0"/>
        </a:spcBef>
        <a:spcAft>
          <a:spcPts val="2100"/>
        </a:spcAft>
        <a:buClr>
          <a:schemeClr val="tx1"/>
        </a:buClr>
        <a:buSzPct val="80000"/>
        <a:buFont typeface="Arial" charset="0"/>
        <a:buNone/>
        <a:defRPr sz="5600">
          <a:solidFill>
            <a:schemeClr val="tx1"/>
          </a:solidFill>
          <a:latin typeface="Arial"/>
          <a:cs typeface="Arial"/>
        </a:defRPr>
      </a:lvl4pPr>
      <a:lvl5pPr marL="6401409" indent="0" algn="l" rtl="0" eaLnBrk="1" fontAlgn="base" hangingPunct="1">
        <a:spcBef>
          <a:spcPts val="0"/>
        </a:spcBef>
        <a:spcAft>
          <a:spcPts val="2100"/>
        </a:spcAft>
        <a:buClr>
          <a:srgbClr val="535353"/>
        </a:buClr>
        <a:buFont typeface="Arial" charset="0"/>
        <a:buNone/>
        <a:defRPr sz="5600">
          <a:solidFill>
            <a:schemeClr val="tx1"/>
          </a:solidFill>
          <a:latin typeface="Arial"/>
          <a:cs typeface="Arial"/>
        </a:defRPr>
      </a:lvl5pPr>
      <a:lvl6pPr marL="8824167" indent="-822404" algn="l" rtl="0" eaLnBrk="1" fontAlgn="base" hangingPunct="1">
        <a:spcBef>
          <a:spcPct val="20000"/>
        </a:spcBef>
        <a:spcAft>
          <a:spcPct val="0"/>
        </a:spcAft>
        <a:buClr>
          <a:srgbClr val="535353"/>
        </a:buClr>
        <a:buFont typeface="Arial" charset="0"/>
        <a:buChar char="-"/>
        <a:defRPr sz="4200">
          <a:solidFill>
            <a:schemeClr val="tx1"/>
          </a:solidFill>
          <a:latin typeface="+mn-lt"/>
        </a:defRPr>
      </a:lvl6pPr>
      <a:lvl7pPr marL="10424517" indent="-822404" algn="l" rtl="0" eaLnBrk="1" fontAlgn="base" hangingPunct="1">
        <a:spcBef>
          <a:spcPct val="20000"/>
        </a:spcBef>
        <a:spcAft>
          <a:spcPct val="0"/>
        </a:spcAft>
        <a:buClr>
          <a:srgbClr val="535353"/>
        </a:buClr>
        <a:buFont typeface="Arial" charset="0"/>
        <a:buChar char="-"/>
        <a:defRPr sz="4200">
          <a:solidFill>
            <a:schemeClr val="tx1"/>
          </a:solidFill>
          <a:latin typeface="+mn-lt"/>
        </a:defRPr>
      </a:lvl7pPr>
      <a:lvl8pPr marL="12024871" indent="-822404" algn="l" rtl="0" eaLnBrk="1" fontAlgn="base" hangingPunct="1">
        <a:spcBef>
          <a:spcPct val="20000"/>
        </a:spcBef>
        <a:spcAft>
          <a:spcPct val="0"/>
        </a:spcAft>
        <a:buClr>
          <a:srgbClr val="535353"/>
        </a:buClr>
        <a:buFont typeface="Arial" charset="0"/>
        <a:buChar char="-"/>
        <a:defRPr sz="4200">
          <a:solidFill>
            <a:schemeClr val="tx1"/>
          </a:solidFill>
          <a:latin typeface="+mn-lt"/>
        </a:defRPr>
      </a:lvl8pPr>
      <a:lvl9pPr marL="13625224" indent="-822404" algn="l" rtl="0" eaLnBrk="1" fontAlgn="base" hangingPunct="1">
        <a:spcBef>
          <a:spcPct val="20000"/>
        </a:spcBef>
        <a:spcAft>
          <a:spcPct val="0"/>
        </a:spcAft>
        <a:buClr>
          <a:srgbClr val="535353"/>
        </a:buClr>
        <a:buFont typeface="Arial" charset="0"/>
        <a:buChar char="-"/>
        <a:defRPr sz="4200">
          <a:solidFill>
            <a:schemeClr val="tx1"/>
          </a:solidFill>
          <a:latin typeface="+mn-lt"/>
        </a:defRPr>
      </a:lvl9pPr>
    </p:bodyStyle>
    <p:otherStyle>
      <a:defPPr>
        <a:defRPr lang="en-US"/>
      </a:defPPr>
      <a:lvl1pPr marL="0" algn="l" defTabSz="3200705" rtl="0" eaLnBrk="1" latinLnBrk="0" hangingPunct="1">
        <a:defRPr sz="6300" kern="1200">
          <a:solidFill>
            <a:schemeClr val="tx1"/>
          </a:solidFill>
          <a:latin typeface="+mn-lt"/>
          <a:ea typeface="+mn-ea"/>
          <a:cs typeface="+mn-cs"/>
        </a:defRPr>
      </a:lvl1pPr>
      <a:lvl2pPr marL="1600353" algn="l" defTabSz="3200705" rtl="0" eaLnBrk="1" latinLnBrk="0" hangingPunct="1">
        <a:defRPr sz="6300" kern="1200">
          <a:solidFill>
            <a:schemeClr val="tx1"/>
          </a:solidFill>
          <a:latin typeface="+mn-lt"/>
          <a:ea typeface="+mn-ea"/>
          <a:cs typeface="+mn-cs"/>
        </a:defRPr>
      </a:lvl2pPr>
      <a:lvl3pPr marL="3200705" algn="l" defTabSz="3200705" rtl="0" eaLnBrk="1" latinLnBrk="0" hangingPunct="1">
        <a:defRPr sz="6300" kern="1200">
          <a:solidFill>
            <a:schemeClr val="tx1"/>
          </a:solidFill>
          <a:latin typeface="+mn-lt"/>
          <a:ea typeface="+mn-ea"/>
          <a:cs typeface="+mn-cs"/>
        </a:defRPr>
      </a:lvl3pPr>
      <a:lvl4pPr marL="4801057" algn="l" defTabSz="3200705" rtl="0" eaLnBrk="1" latinLnBrk="0" hangingPunct="1">
        <a:defRPr sz="6300" kern="1200">
          <a:solidFill>
            <a:schemeClr val="tx1"/>
          </a:solidFill>
          <a:latin typeface="+mn-lt"/>
          <a:ea typeface="+mn-ea"/>
          <a:cs typeface="+mn-cs"/>
        </a:defRPr>
      </a:lvl4pPr>
      <a:lvl5pPr marL="6401409" algn="l" defTabSz="3200705" rtl="0" eaLnBrk="1" latinLnBrk="0" hangingPunct="1">
        <a:defRPr sz="6300" kern="1200">
          <a:solidFill>
            <a:schemeClr val="tx1"/>
          </a:solidFill>
          <a:latin typeface="+mn-lt"/>
          <a:ea typeface="+mn-ea"/>
          <a:cs typeface="+mn-cs"/>
        </a:defRPr>
      </a:lvl5pPr>
      <a:lvl6pPr marL="8001763" algn="l" defTabSz="3200705" rtl="0" eaLnBrk="1" latinLnBrk="0" hangingPunct="1">
        <a:defRPr sz="6300" kern="1200">
          <a:solidFill>
            <a:schemeClr val="tx1"/>
          </a:solidFill>
          <a:latin typeface="+mn-lt"/>
          <a:ea typeface="+mn-ea"/>
          <a:cs typeface="+mn-cs"/>
        </a:defRPr>
      </a:lvl6pPr>
      <a:lvl7pPr marL="9602116" algn="l" defTabSz="3200705" rtl="0" eaLnBrk="1" latinLnBrk="0" hangingPunct="1">
        <a:defRPr sz="6300" kern="1200">
          <a:solidFill>
            <a:schemeClr val="tx1"/>
          </a:solidFill>
          <a:latin typeface="+mn-lt"/>
          <a:ea typeface="+mn-ea"/>
          <a:cs typeface="+mn-cs"/>
        </a:defRPr>
      </a:lvl7pPr>
      <a:lvl8pPr marL="11202468" algn="l" defTabSz="3200705" rtl="0" eaLnBrk="1" latinLnBrk="0" hangingPunct="1">
        <a:defRPr sz="6300" kern="1200">
          <a:solidFill>
            <a:schemeClr val="tx1"/>
          </a:solidFill>
          <a:latin typeface="+mn-lt"/>
          <a:ea typeface="+mn-ea"/>
          <a:cs typeface="+mn-cs"/>
        </a:defRPr>
      </a:lvl8pPr>
      <a:lvl9pPr marL="12802820" algn="l" defTabSz="3200705" rtl="0" eaLnBrk="1" latinLnBrk="0" hangingPunct="1">
        <a:defRPr sz="63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3.xml"/><Relationship Id="rId4"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7051" y="1127179"/>
            <a:ext cx="30503732" cy="1212269"/>
          </a:xfrm>
        </p:spPr>
        <p:txBody>
          <a:bodyPr/>
          <a:lstStyle/>
          <a:p>
            <a:endParaRPr lang="en-US" dirty="0"/>
          </a:p>
        </p:txBody>
      </p:sp>
      <p:sp>
        <p:nvSpPr>
          <p:cNvPr id="3" name="Text Placeholder 2"/>
          <p:cNvSpPr>
            <a:spLocks noGrp="1"/>
          </p:cNvSpPr>
          <p:nvPr>
            <p:ph type="body" sz="quarter" idx="11"/>
          </p:nvPr>
        </p:nvSpPr>
        <p:spPr>
          <a:xfrm>
            <a:off x="757051" y="2382512"/>
            <a:ext cx="30503732" cy="826884"/>
          </a:xfrm>
        </p:spPr>
        <p:txBody>
          <a:bodyPr>
            <a:normAutofit lnSpcReduction="10000"/>
          </a:bodyPr>
          <a:lstStyle/>
          <a:p>
            <a:endParaRPr lang="en-US" dirty="0"/>
          </a:p>
        </p:txBody>
      </p:sp>
      <p:sp>
        <p:nvSpPr>
          <p:cNvPr id="4" name="Text Placeholder 3"/>
          <p:cNvSpPr>
            <a:spLocks noGrp="1"/>
          </p:cNvSpPr>
          <p:nvPr>
            <p:ph type="body" sz="quarter" idx="12"/>
          </p:nvPr>
        </p:nvSpPr>
        <p:spPr>
          <a:xfrm>
            <a:off x="757051" y="3399242"/>
            <a:ext cx="30503732" cy="644803"/>
          </a:xfrm>
        </p:spPr>
        <p:txBody>
          <a:bodyPr/>
          <a:lstStyle/>
          <a:p>
            <a:endParaRPr lang="en-US" dirty="0">
              <a:solidFill>
                <a:schemeClr val="bg2">
                  <a:lumMod val="50000"/>
                </a:schemeClr>
              </a:solidFill>
            </a:endParaRPr>
          </a:p>
        </p:txBody>
      </p:sp>
      <p:sp>
        <p:nvSpPr>
          <p:cNvPr id="5" name="Text Placeholder 4"/>
          <p:cNvSpPr>
            <a:spLocks noGrp="1"/>
          </p:cNvSpPr>
          <p:nvPr>
            <p:ph type="body" sz="quarter" idx="13"/>
          </p:nvPr>
        </p:nvSpPr>
        <p:spPr>
          <a:gradFill>
            <a:gsLst>
              <a:gs pos="0">
                <a:srgbClr val="6D6D6C"/>
              </a:gs>
              <a:gs pos="97000">
                <a:schemeClr val="tx1">
                  <a:lumMod val="85000"/>
                  <a:lumOff val="15000"/>
                </a:schemeClr>
              </a:gs>
            </a:gsLst>
            <a:lin ang="0" scaled="0"/>
          </a:gradFill>
        </p:spPr>
        <p:txBody>
          <a:bodyPr/>
          <a:lstStyle/>
          <a:p>
            <a:endParaRPr lang="en-US" dirty="0"/>
          </a:p>
        </p:txBody>
      </p:sp>
      <p:sp>
        <p:nvSpPr>
          <p:cNvPr id="6" name="Text Placeholder 5"/>
          <p:cNvSpPr>
            <a:spLocks noGrp="1"/>
          </p:cNvSpPr>
          <p:nvPr>
            <p:ph type="body" sz="quarter" idx="14"/>
          </p:nvPr>
        </p:nvSpPr>
        <p:spPr>
          <a:xfrm>
            <a:off x="757052" y="5142151"/>
            <a:ext cx="7194233" cy="397160"/>
          </a:xfrm>
        </p:spPr>
        <p:txBody>
          <a:bodyPr/>
          <a:lstStyle/>
          <a:p>
            <a:endParaRPr lang="en-US"/>
          </a:p>
        </p:txBody>
      </p:sp>
      <p:sp>
        <p:nvSpPr>
          <p:cNvPr id="7" name="Text Placeholder 6"/>
          <p:cNvSpPr>
            <a:spLocks noGrp="1"/>
          </p:cNvSpPr>
          <p:nvPr>
            <p:ph type="body" sz="quarter" idx="15"/>
          </p:nvPr>
        </p:nvSpPr>
        <p:spPr>
          <a:gradFill>
            <a:gsLst>
              <a:gs pos="0">
                <a:srgbClr val="6D6D6C"/>
              </a:gs>
              <a:gs pos="97000">
                <a:schemeClr val="tx1">
                  <a:lumMod val="85000"/>
                  <a:lumOff val="15000"/>
                </a:schemeClr>
              </a:gs>
            </a:gsLst>
            <a:lin ang="0" scaled="0"/>
          </a:gradFill>
        </p:spPr>
        <p:txBody>
          <a:bodyPr/>
          <a:lstStyle/>
          <a:p>
            <a:endParaRPr lang="en-US" dirty="0"/>
          </a:p>
        </p:txBody>
      </p:sp>
      <p:sp>
        <p:nvSpPr>
          <p:cNvPr id="8" name="Text Placeholder 7"/>
          <p:cNvSpPr>
            <a:spLocks noGrp="1"/>
          </p:cNvSpPr>
          <p:nvPr>
            <p:ph type="body" sz="quarter" idx="16"/>
          </p:nvPr>
        </p:nvSpPr>
        <p:spPr>
          <a:xfrm>
            <a:off x="8522534" y="4346641"/>
            <a:ext cx="7194233" cy="725904"/>
          </a:xfrm>
          <a:gradFill>
            <a:gsLst>
              <a:gs pos="0">
                <a:srgbClr val="6D6D6C"/>
              </a:gs>
              <a:gs pos="97000">
                <a:schemeClr val="tx1">
                  <a:lumMod val="85000"/>
                  <a:lumOff val="15000"/>
                </a:schemeClr>
              </a:gs>
            </a:gsLst>
            <a:lin ang="0" scaled="0"/>
          </a:gradFill>
        </p:spPr>
        <p:txBody>
          <a:bodyPr/>
          <a:lstStyle/>
          <a:p>
            <a:endParaRPr lang="en-US" dirty="0"/>
          </a:p>
        </p:txBody>
      </p:sp>
      <p:sp>
        <p:nvSpPr>
          <p:cNvPr id="9" name="Text Placeholder 8"/>
          <p:cNvSpPr>
            <a:spLocks noGrp="1"/>
          </p:cNvSpPr>
          <p:nvPr>
            <p:ph type="body" sz="quarter" idx="17"/>
          </p:nvPr>
        </p:nvSpPr>
        <p:spPr/>
        <p:txBody>
          <a:bodyPr/>
          <a:lstStyle/>
          <a:p>
            <a:endParaRPr lang="en-US"/>
          </a:p>
        </p:txBody>
      </p:sp>
      <p:sp>
        <p:nvSpPr>
          <p:cNvPr id="10" name="Text Placeholder 9"/>
          <p:cNvSpPr>
            <a:spLocks noGrp="1"/>
          </p:cNvSpPr>
          <p:nvPr>
            <p:ph type="body" sz="quarter" idx="18"/>
          </p:nvPr>
        </p:nvSpPr>
        <p:spPr>
          <a:xfrm>
            <a:off x="757052" y="10222827"/>
            <a:ext cx="7194233" cy="397160"/>
          </a:xfrm>
        </p:spPr>
        <p:txBody>
          <a:bodyPr/>
          <a:lstStyle/>
          <a:p>
            <a:endParaRPr lang="en-US"/>
          </a:p>
        </p:txBody>
      </p:sp>
      <p:sp>
        <p:nvSpPr>
          <p:cNvPr id="11" name="Text Placeholder 10"/>
          <p:cNvSpPr>
            <a:spLocks noGrp="1"/>
          </p:cNvSpPr>
          <p:nvPr>
            <p:ph type="body" sz="quarter" idx="19"/>
          </p:nvPr>
        </p:nvSpPr>
        <p:spPr>
          <a:xfrm>
            <a:off x="757052" y="11381565"/>
            <a:ext cx="7194233" cy="397160"/>
          </a:xfrm>
        </p:spPr>
        <p:txBody>
          <a:bodyPr/>
          <a:lstStyle/>
          <a:p>
            <a:endParaRPr lang="en-US"/>
          </a:p>
        </p:txBody>
      </p:sp>
      <p:sp>
        <p:nvSpPr>
          <p:cNvPr id="12" name="Text Placeholder 11"/>
          <p:cNvSpPr>
            <a:spLocks noGrp="1"/>
          </p:cNvSpPr>
          <p:nvPr>
            <p:ph type="body" sz="quarter" idx="20"/>
          </p:nvPr>
        </p:nvSpPr>
        <p:spPr>
          <a:gradFill>
            <a:gsLst>
              <a:gs pos="0">
                <a:srgbClr val="6D6D6C"/>
              </a:gs>
              <a:gs pos="97000">
                <a:schemeClr val="tx1">
                  <a:lumMod val="85000"/>
                  <a:lumOff val="15000"/>
                </a:schemeClr>
              </a:gs>
            </a:gsLst>
            <a:lin ang="0" scaled="0"/>
          </a:gradFill>
        </p:spPr>
        <p:txBody>
          <a:bodyPr/>
          <a:lstStyle/>
          <a:p>
            <a:endParaRPr lang="en-US" dirty="0"/>
          </a:p>
        </p:txBody>
      </p:sp>
      <p:sp>
        <p:nvSpPr>
          <p:cNvPr id="13" name="Text Placeholder 12"/>
          <p:cNvSpPr>
            <a:spLocks noGrp="1"/>
          </p:cNvSpPr>
          <p:nvPr>
            <p:ph type="body" sz="quarter" idx="21"/>
          </p:nvPr>
        </p:nvSpPr>
        <p:spPr>
          <a:gradFill>
            <a:gsLst>
              <a:gs pos="0">
                <a:srgbClr val="6D6D6C"/>
              </a:gs>
              <a:gs pos="97000">
                <a:schemeClr val="tx1">
                  <a:lumMod val="85000"/>
                  <a:lumOff val="15000"/>
                </a:schemeClr>
              </a:gs>
            </a:gsLst>
            <a:lin ang="0" scaled="0"/>
          </a:gradFill>
        </p:spPr>
        <p:txBody>
          <a:bodyPr/>
          <a:lstStyle/>
          <a:p>
            <a:endParaRPr lang="en-US" dirty="0"/>
          </a:p>
        </p:txBody>
      </p:sp>
      <p:sp>
        <p:nvSpPr>
          <p:cNvPr id="14" name="Text Placeholder 13"/>
          <p:cNvSpPr>
            <a:spLocks noGrp="1"/>
          </p:cNvSpPr>
          <p:nvPr>
            <p:ph type="body" sz="quarter" idx="22"/>
          </p:nvPr>
        </p:nvSpPr>
        <p:spPr>
          <a:gradFill>
            <a:gsLst>
              <a:gs pos="0">
                <a:srgbClr val="6D6D6C"/>
              </a:gs>
              <a:gs pos="97000">
                <a:schemeClr val="tx1">
                  <a:lumMod val="85000"/>
                  <a:lumOff val="15000"/>
                </a:schemeClr>
              </a:gs>
            </a:gsLst>
            <a:lin ang="0" scaled="0"/>
          </a:gradFill>
        </p:spPr>
        <p:txBody>
          <a:bodyPr/>
          <a:lstStyle/>
          <a:p>
            <a:endParaRPr lang="en-US" dirty="0"/>
          </a:p>
        </p:txBody>
      </p:sp>
      <p:sp>
        <p:nvSpPr>
          <p:cNvPr id="15" name="Text Placeholder 14"/>
          <p:cNvSpPr>
            <a:spLocks noGrp="1"/>
          </p:cNvSpPr>
          <p:nvPr>
            <p:ph type="body" sz="quarter" idx="23"/>
          </p:nvPr>
        </p:nvSpPr>
        <p:spPr>
          <a:xfrm>
            <a:off x="24066553" y="18015275"/>
            <a:ext cx="7194233" cy="725904"/>
          </a:xfrm>
          <a:gradFill>
            <a:gsLst>
              <a:gs pos="0">
                <a:srgbClr val="6D6D6C"/>
              </a:gs>
              <a:gs pos="97000">
                <a:schemeClr val="tx1">
                  <a:lumMod val="85000"/>
                  <a:lumOff val="15000"/>
                </a:schemeClr>
              </a:gs>
            </a:gsLst>
            <a:lin ang="0" scaled="0"/>
          </a:gradFill>
        </p:spPr>
        <p:txBody>
          <a:bodyPr/>
          <a:lstStyle/>
          <a:p>
            <a:endParaRPr lang="en-US" dirty="0"/>
          </a:p>
        </p:txBody>
      </p:sp>
      <p:sp>
        <p:nvSpPr>
          <p:cNvPr id="16" name="Text Placeholder 15"/>
          <p:cNvSpPr>
            <a:spLocks noGrp="1"/>
          </p:cNvSpPr>
          <p:nvPr>
            <p:ph type="body" sz="quarter" idx="24"/>
          </p:nvPr>
        </p:nvSpPr>
        <p:spPr/>
        <p:txBody>
          <a:bodyPr/>
          <a:lstStyle/>
          <a:p>
            <a:endParaRPr lang="en-US"/>
          </a:p>
        </p:txBody>
      </p:sp>
      <p:sp>
        <p:nvSpPr>
          <p:cNvPr id="17" name="Text Placeholder 16"/>
          <p:cNvSpPr>
            <a:spLocks noGrp="1"/>
          </p:cNvSpPr>
          <p:nvPr>
            <p:ph type="body" sz="quarter" idx="25"/>
          </p:nvPr>
        </p:nvSpPr>
        <p:spPr>
          <a:xfrm>
            <a:off x="757052" y="16223537"/>
            <a:ext cx="7194233" cy="397160"/>
          </a:xfrm>
        </p:spPr>
        <p:txBody>
          <a:bodyPr/>
          <a:lstStyle/>
          <a:p>
            <a:endParaRPr lang="en-US"/>
          </a:p>
        </p:txBody>
      </p:sp>
      <p:sp>
        <p:nvSpPr>
          <p:cNvPr id="18" name="Text Placeholder 17"/>
          <p:cNvSpPr>
            <a:spLocks noGrp="1"/>
          </p:cNvSpPr>
          <p:nvPr>
            <p:ph type="body" sz="quarter" idx="27"/>
          </p:nvPr>
        </p:nvSpPr>
        <p:spPr>
          <a:xfrm>
            <a:off x="757052" y="17393390"/>
            <a:ext cx="7194233" cy="397160"/>
          </a:xfrm>
        </p:spPr>
        <p:txBody>
          <a:bodyPr/>
          <a:lstStyle/>
          <a:p>
            <a:endParaRPr lang="en-US"/>
          </a:p>
        </p:txBody>
      </p:sp>
      <p:sp>
        <p:nvSpPr>
          <p:cNvPr id="19" name="Text Placeholder 18"/>
          <p:cNvSpPr>
            <a:spLocks noGrp="1"/>
          </p:cNvSpPr>
          <p:nvPr>
            <p:ph type="body" sz="quarter" idx="28"/>
          </p:nvPr>
        </p:nvSpPr>
        <p:spPr/>
        <p:txBody>
          <a:bodyPr/>
          <a:lstStyle/>
          <a:p>
            <a:endParaRPr lang="en-US"/>
          </a:p>
        </p:txBody>
      </p:sp>
      <p:sp>
        <p:nvSpPr>
          <p:cNvPr id="20" name="Text Placeholder 19"/>
          <p:cNvSpPr>
            <a:spLocks noGrp="1"/>
          </p:cNvSpPr>
          <p:nvPr>
            <p:ph type="body" sz="quarter" idx="29"/>
          </p:nvPr>
        </p:nvSpPr>
        <p:spPr>
          <a:xfrm>
            <a:off x="8522534" y="5472794"/>
            <a:ext cx="7194233" cy="397160"/>
          </a:xfrm>
        </p:spPr>
        <p:txBody>
          <a:bodyPr/>
          <a:lstStyle/>
          <a:p>
            <a:endParaRPr lang="en-US"/>
          </a:p>
        </p:txBody>
      </p:sp>
      <p:sp>
        <p:nvSpPr>
          <p:cNvPr id="21" name="Text Placeholder 20"/>
          <p:cNvSpPr>
            <a:spLocks noGrp="1"/>
          </p:cNvSpPr>
          <p:nvPr>
            <p:ph type="body" sz="quarter" idx="30"/>
          </p:nvPr>
        </p:nvSpPr>
        <p:spPr>
          <a:xfrm>
            <a:off x="8522534" y="6960422"/>
            <a:ext cx="7194233" cy="397160"/>
          </a:xfrm>
        </p:spPr>
        <p:txBody>
          <a:bodyPr/>
          <a:lstStyle/>
          <a:p>
            <a:endParaRPr lang="en-US"/>
          </a:p>
        </p:txBody>
      </p:sp>
      <p:sp>
        <p:nvSpPr>
          <p:cNvPr id="22" name="Text Placeholder 21"/>
          <p:cNvSpPr>
            <a:spLocks noGrp="1"/>
          </p:cNvSpPr>
          <p:nvPr>
            <p:ph type="body" sz="quarter" idx="31"/>
          </p:nvPr>
        </p:nvSpPr>
        <p:spPr>
          <a:xfrm>
            <a:off x="8522534" y="7833825"/>
            <a:ext cx="7194233" cy="397160"/>
          </a:xfrm>
        </p:spPr>
        <p:txBody>
          <a:bodyPr/>
          <a:lstStyle/>
          <a:p>
            <a:endParaRPr lang="en-US"/>
          </a:p>
        </p:txBody>
      </p:sp>
      <p:sp>
        <p:nvSpPr>
          <p:cNvPr id="23" name="Text Placeholder 22"/>
          <p:cNvSpPr>
            <a:spLocks noGrp="1"/>
          </p:cNvSpPr>
          <p:nvPr>
            <p:ph type="body" sz="quarter" idx="32"/>
          </p:nvPr>
        </p:nvSpPr>
        <p:spPr>
          <a:xfrm>
            <a:off x="8522534" y="8996940"/>
            <a:ext cx="7194233" cy="397160"/>
          </a:xfrm>
        </p:spPr>
        <p:txBody>
          <a:bodyPr/>
          <a:lstStyle/>
          <a:p>
            <a:endParaRPr lang="en-US"/>
          </a:p>
        </p:txBody>
      </p:sp>
      <p:sp>
        <p:nvSpPr>
          <p:cNvPr id="24" name="Text Placeholder 23"/>
          <p:cNvSpPr>
            <a:spLocks noGrp="1"/>
          </p:cNvSpPr>
          <p:nvPr>
            <p:ph type="body" sz="quarter" idx="33"/>
          </p:nvPr>
        </p:nvSpPr>
        <p:spPr/>
        <p:txBody>
          <a:bodyPr/>
          <a:lstStyle/>
          <a:p>
            <a:endParaRPr lang="en-US"/>
          </a:p>
        </p:txBody>
      </p:sp>
      <p:sp>
        <p:nvSpPr>
          <p:cNvPr id="25" name="Text Placeholder 24"/>
          <p:cNvSpPr>
            <a:spLocks noGrp="1"/>
          </p:cNvSpPr>
          <p:nvPr>
            <p:ph type="body" sz="quarter" idx="34"/>
          </p:nvPr>
        </p:nvSpPr>
        <p:spPr>
          <a:xfrm>
            <a:off x="8522534" y="16087425"/>
            <a:ext cx="7194233" cy="397160"/>
          </a:xfrm>
        </p:spPr>
        <p:txBody>
          <a:bodyPr/>
          <a:lstStyle/>
          <a:p>
            <a:endParaRPr lang="en-US"/>
          </a:p>
        </p:txBody>
      </p:sp>
      <p:sp>
        <p:nvSpPr>
          <p:cNvPr id="26" name="Text Placeholder 25"/>
          <p:cNvSpPr>
            <a:spLocks noGrp="1"/>
          </p:cNvSpPr>
          <p:nvPr>
            <p:ph type="body" sz="quarter" idx="36"/>
          </p:nvPr>
        </p:nvSpPr>
        <p:spPr>
          <a:xfrm>
            <a:off x="8522534" y="17608070"/>
            <a:ext cx="7194233" cy="397160"/>
          </a:xfrm>
        </p:spPr>
        <p:txBody>
          <a:bodyPr/>
          <a:lstStyle/>
          <a:p>
            <a:endParaRPr lang="en-US"/>
          </a:p>
        </p:txBody>
      </p:sp>
      <p:sp>
        <p:nvSpPr>
          <p:cNvPr id="27" name="Text Placeholder 26"/>
          <p:cNvSpPr>
            <a:spLocks noGrp="1"/>
          </p:cNvSpPr>
          <p:nvPr>
            <p:ph type="body" sz="quarter" idx="37"/>
          </p:nvPr>
        </p:nvSpPr>
        <p:spPr>
          <a:xfrm>
            <a:off x="8522534" y="18465568"/>
            <a:ext cx="7194233" cy="397160"/>
          </a:xfrm>
        </p:spPr>
        <p:txBody>
          <a:bodyPr/>
          <a:lstStyle/>
          <a:p>
            <a:endParaRPr lang="en-US"/>
          </a:p>
        </p:txBody>
      </p:sp>
      <p:sp>
        <p:nvSpPr>
          <p:cNvPr id="28" name="Text Placeholder 27"/>
          <p:cNvSpPr>
            <a:spLocks noGrp="1"/>
          </p:cNvSpPr>
          <p:nvPr>
            <p:ph type="body" sz="quarter" idx="39"/>
          </p:nvPr>
        </p:nvSpPr>
        <p:spPr>
          <a:xfrm>
            <a:off x="16294501" y="5142151"/>
            <a:ext cx="7194233" cy="397160"/>
          </a:xfrm>
        </p:spPr>
        <p:txBody>
          <a:bodyPr/>
          <a:lstStyle/>
          <a:p>
            <a:endParaRPr lang="en-US"/>
          </a:p>
        </p:txBody>
      </p:sp>
      <p:sp>
        <p:nvSpPr>
          <p:cNvPr id="29" name="Text Placeholder 28"/>
          <p:cNvSpPr>
            <a:spLocks noGrp="1"/>
          </p:cNvSpPr>
          <p:nvPr>
            <p:ph type="body" sz="quarter" idx="40"/>
          </p:nvPr>
        </p:nvSpPr>
        <p:spPr>
          <a:xfrm>
            <a:off x="16294501" y="13290431"/>
            <a:ext cx="7194233" cy="397160"/>
          </a:xfrm>
        </p:spPr>
        <p:txBody>
          <a:bodyPr/>
          <a:lstStyle/>
          <a:p>
            <a:endParaRPr lang="en-US"/>
          </a:p>
        </p:txBody>
      </p:sp>
      <p:sp>
        <p:nvSpPr>
          <p:cNvPr id="30" name="Text Placeholder 29"/>
          <p:cNvSpPr>
            <a:spLocks noGrp="1"/>
          </p:cNvSpPr>
          <p:nvPr>
            <p:ph type="body" sz="quarter" idx="41"/>
          </p:nvPr>
        </p:nvSpPr>
        <p:spPr>
          <a:xfrm>
            <a:off x="16294501" y="16359238"/>
            <a:ext cx="7194233" cy="397160"/>
          </a:xfrm>
        </p:spPr>
        <p:txBody>
          <a:bodyPr/>
          <a:lstStyle/>
          <a:p>
            <a:endParaRPr lang="en-US"/>
          </a:p>
        </p:txBody>
      </p:sp>
      <p:sp>
        <p:nvSpPr>
          <p:cNvPr id="31" name="Text Placeholder 30"/>
          <p:cNvSpPr>
            <a:spLocks noGrp="1"/>
          </p:cNvSpPr>
          <p:nvPr>
            <p:ph type="body" sz="quarter" idx="42"/>
          </p:nvPr>
        </p:nvSpPr>
        <p:spPr>
          <a:xfrm>
            <a:off x="16294501" y="18801143"/>
            <a:ext cx="7194233" cy="397160"/>
          </a:xfrm>
        </p:spPr>
        <p:txBody>
          <a:bodyPr/>
          <a:lstStyle/>
          <a:p>
            <a:endParaRPr lang="en-US"/>
          </a:p>
        </p:txBody>
      </p:sp>
      <p:sp>
        <p:nvSpPr>
          <p:cNvPr id="448" name="Text Placeholder 447"/>
          <p:cNvSpPr>
            <a:spLocks noGrp="1"/>
          </p:cNvSpPr>
          <p:nvPr>
            <p:ph type="body" sz="quarter" idx="43"/>
          </p:nvPr>
        </p:nvSpPr>
        <p:spPr>
          <a:xfrm>
            <a:off x="24066553" y="5142150"/>
            <a:ext cx="7194233" cy="397160"/>
          </a:xfrm>
        </p:spPr>
        <p:txBody>
          <a:bodyPr/>
          <a:lstStyle/>
          <a:p>
            <a:endParaRPr lang="en-US"/>
          </a:p>
        </p:txBody>
      </p:sp>
      <p:sp>
        <p:nvSpPr>
          <p:cNvPr id="453" name="Text Placeholder 452"/>
          <p:cNvSpPr>
            <a:spLocks noGrp="1"/>
          </p:cNvSpPr>
          <p:nvPr>
            <p:ph type="body" sz="quarter" idx="44"/>
          </p:nvPr>
        </p:nvSpPr>
        <p:spPr/>
        <p:txBody>
          <a:bodyPr/>
          <a:lstStyle/>
          <a:p>
            <a:endParaRPr lang="en-US"/>
          </a:p>
        </p:txBody>
      </p:sp>
      <p:sp>
        <p:nvSpPr>
          <p:cNvPr id="454" name="Text Placeholder 453"/>
          <p:cNvSpPr>
            <a:spLocks noGrp="1"/>
          </p:cNvSpPr>
          <p:nvPr>
            <p:ph type="body" sz="quarter" idx="46"/>
          </p:nvPr>
        </p:nvSpPr>
        <p:spPr>
          <a:xfrm>
            <a:off x="24066553" y="13647982"/>
            <a:ext cx="7194233" cy="397160"/>
          </a:xfrm>
        </p:spPr>
        <p:txBody>
          <a:bodyPr/>
          <a:lstStyle/>
          <a:p>
            <a:endParaRPr lang="en-US"/>
          </a:p>
        </p:txBody>
      </p:sp>
      <p:sp>
        <p:nvSpPr>
          <p:cNvPr id="455" name="Text Placeholder 454"/>
          <p:cNvSpPr>
            <a:spLocks noGrp="1"/>
          </p:cNvSpPr>
          <p:nvPr>
            <p:ph type="body" sz="quarter" idx="47"/>
          </p:nvPr>
        </p:nvSpPr>
        <p:spPr>
          <a:xfrm>
            <a:off x="24066553" y="15137541"/>
            <a:ext cx="7194233" cy="397160"/>
          </a:xfrm>
        </p:spPr>
        <p:txBody>
          <a:bodyPr/>
          <a:lstStyle/>
          <a:p>
            <a:endParaRPr lang="en-US"/>
          </a:p>
        </p:txBody>
      </p:sp>
      <p:sp>
        <p:nvSpPr>
          <p:cNvPr id="456" name="Text Placeholder 455"/>
          <p:cNvSpPr>
            <a:spLocks noGrp="1"/>
          </p:cNvSpPr>
          <p:nvPr>
            <p:ph type="body" sz="quarter" idx="48"/>
          </p:nvPr>
        </p:nvSpPr>
        <p:spPr>
          <a:xfrm>
            <a:off x="24066553" y="16319903"/>
            <a:ext cx="7194233" cy="397160"/>
          </a:xfrm>
        </p:spPr>
        <p:txBody>
          <a:bodyPr/>
          <a:lstStyle/>
          <a:p>
            <a:endParaRPr lang="en-US"/>
          </a:p>
        </p:txBody>
      </p:sp>
      <p:sp>
        <p:nvSpPr>
          <p:cNvPr id="457" name="Text Placeholder 456"/>
          <p:cNvSpPr>
            <a:spLocks noGrp="1"/>
          </p:cNvSpPr>
          <p:nvPr>
            <p:ph type="body" sz="quarter" idx="49"/>
          </p:nvPr>
        </p:nvSpPr>
        <p:spPr>
          <a:xfrm>
            <a:off x="24066553" y="18779020"/>
            <a:ext cx="7194233" cy="397160"/>
          </a:xfrm>
        </p:spPr>
        <p:txBody>
          <a:bodyPr/>
          <a:lstStyle/>
          <a:p>
            <a:endParaRPr lang="en-US"/>
          </a:p>
        </p:txBody>
      </p:sp>
      <p:sp>
        <p:nvSpPr>
          <p:cNvPr id="458" name="Text Placeholder 457"/>
          <p:cNvSpPr>
            <a:spLocks noGrp="1"/>
          </p:cNvSpPr>
          <p:nvPr>
            <p:ph type="body" sz="quarter" idx="50"/>
          </p:nvPr>
        </p:nvSpPr>
        <p:spPr>
          <a:xfrm>
            <a:off x="757052" y="7901929"/>
            <a:ext cx="7194233" cy="397160"/>
          </a:xfrm>
        </p:spPr>
        <p:txBody>
          <a:bodyPr/>
          <a:lstStyle/>
          <a:p>
            <a:endParaRPr lang="en-US"/>
          </a:p>
        </p:txBody>
      </p:sp>
      <p:graphicFrame>
        <p:nvGraphicFramePr>
          <p:cNvPr id="449" name="Content Placeholder 3"/>
          <p:cNvGraphicFramePr>
            <a:graphicFrameLocks/>
          </p:cNvGraphicFramePr>
          <p:nvPr>
            <p:extLst>
              <p:ext uri="{D42A27DB-BD31-4B8C-83A1-F6EECF244321}">
                <p14:modId xmlns:p14="http://schemas.microsoft.com/office/powerpoint/2010/main" val="2713560531"/>
              </p:ext>
            </p:extLst>
          </p:nvPr>
        </p:nvGraphicFramePr>
        <p:xfrm>
          <a:off x="8622191" y="10978702"/>
          <a:ext cx="6994916" cy="362267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50" name="Content Placeholder 4"/>
          <p:cNvGraphicFramePr>
            <a:graphicFrameLocks/>
          </p:cNvGraphicFramePr>
          <p:nvPr>
            <p:extLst>
              <p:ext uri="{D42A27DB-BD31-4B8C-83A1-F6EECF244321}">
                <p14:modId xmlns:p14="http://schemas.microsoft.com/office/powerpoint/2010/main" val="4222067303"/>
              </p:ext>
            </p:extLst>
          </p:nvPr>
        </p:nvGraphicFramePr>
        <p:xfrm>
          <a:off x="16508892" y="10249247"/>
          <a:ext cx="6765447" cy="2591886"/>
        </p:xfrm>
        <a:graphic>
          <a:graphicData uri="http://schemas.openxmlformats.org/drawingml/2006/table">
            <a:tbl>
              <a:tblPr firstRow="1" bandRow="1">
                <a:tableStyleId>{69012ECD-51FC-41F1-AA8D-1B2483CD663E}</a:tableStyleId>
              </a:tblPr>
              <a:tblGrid>
                <a:gridCol w="2255149">
                  <a:extLst>
                    <a:ext uri="{9D8B030D-6E8A-4147-A177-3AD203B41FA5}">
                      <a16:colId xmlns:a16="http://schemas.microsoft.com/office/drawing/2014/main" val="20000"/>
                    </a:ext>
                  </a:extLst>
                </a:gridCol>
                <a:gridCol w="2255149">
                  <a:extLst>
                    <a:ext uri="{9D8B030D-6E8A-4147-A177-3AD203B41FA5}">
                      <a16:colId xmlns:a16="http://schemas.microsoft.com/office/drawing/2014/main" val="20001"/>
                    </a:ext>
                  </a:extLst>
                </a:gridCol>
                <a:gridCol w="2255149">
                  <a:extLst>
                    <a:ext uri="{9D8B030D-6E8A-4147-A177-3AD203B41FA5}">
                      <a16:colId xmlns:a16="http://schemas.microsoft.com/office/drawing/2014/main" val="20002"/>
                    </a:ext>
                  </a:extLst>
                </a:gridCol>
              </a:tblGrid>
              <a:tr h="730356">
                <a:tc>
                  <a:txBody>
                    <a:bodyPr/>
                    <a:lstStyle/>
                    <a:p>
                      <a:pPr algn="ctr"/>
                      <a:r>
                        <a:rPr lang="en-US" sz="1800" dirty="0"/>
                        <a:t>Column Header 1</a:t>
                      </a:r>
                    </a:p>
                  </a:txBody>
                  <a:tcPr marL="91231" marR="91231" marT="45615" marB="45615"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a:gsLst>
                        <a:gs pos="0">
                          <a:srgbClr val="FBB400"/>
                        </a:gs>
                        <a:gs pos="66000">
                          <a:srgbClr val="ED8B00"/>
                        </a:gs>
                      </a:gsLst>
                      <a:lin ang="0" scaled="0"/>
                    </a:gra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Column Header 2</a:t>
                      </a:r>
                    </a:p>
                  </a:txBody>
                  <a:tcPr marL="91231" marR="91231" marT="45615" marB="45615"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Column Header 3</a:t>
                      </a:r>
                    </a:p>
                  </a:txBody>
                  <a:tcPr marL="91231" marR="91231" marT="45615" marB="45615"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a:gsLst>
                        <a:gs pos="100000">
                          <a:srgbClr val="FBB400"/>
                        </a:gs>
                        <a:gs pos="29000">
                          <a:srgbClr val="ED8B00"/>
                        </a:gs>
                      </a:gsLst>
                      <a:lin ang="0" scaled="0"/>
                    </a:gradFill>
                  </a:tcPr>
                </a:tc>
                <a:extLst>
                  <a:ext uri="{0D108BD9-81ED-4DB2-BD59-A6C34878D82A}">
                    <a16:rowId xmlns:a16="http://schemas.microsoft.com/office/drawing/2014/main" val="10000"/>
                  </a:ext>
                </a:extLst>
              </a:tr>
              <a:tr h="620510">
                <a:tc>
                  <a:txBody>
                    <a:bodyPr/>
                    <a:lstStyle/>
                    <a:p>
                      <a:pPr algn="ctr"/>
                      <a:r>
                        <a:rPr lang="en-US" sz="1500" dirty="0"/>
                        <a:t>Sample item 1</a:t>
                      </a:r>
                    </a:p>
                  </a:txBody>
                  <a:tcPr marL="91231" marR="91231" marT="45615" marB="45615" anchor="ctr">
                    <a:lnL w="9525" cap="flat" cmpd="sng" algn="ctr">
                      <a:noFill/>
                      <a:prstDash val="solid"/>
                    </a:lnL>
                    <a:lnR>
                      <a:noFill/>
                    </a:lnR>
                    <a:lnT w="1905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dirty="0"/>
                        <a:t>Sample item 1</a:t>
                      </a:r>
                    </a:p>
                  </a:txBody>
                  <a:tcPr marL="91231" marR="91231" marT="45615" marB="45615" anchor="ctr">
                    <a:lnL>
                      <a:noFill/>
                    </a:lnL>
                    <a:lnR>
                      <a:noFill/>
                    </a:lnR>
                    <a:lnT w="1905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dirty="0"/>
                        <a:t>Sample item 1</a:t>
                      </a:r>
                    </a:p>
                  </a:txBody>
                  <a:tcPr marL="91231" marR="91231" marT="45615" marB="45615" anchor="ctr">
                    <a:lnL>
                      <a:noFill/>
                    </a:lnL>
                    <a:lnR w="9525" cap="flat" cmpd="sng" algn="ctr">
                      <a:noFill/>
                      <a:prstDash val="solid"/>
                    </a:lnR>
                    <a:lnT w="1905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620510">
                <a:tc>
                  <a:txBody>
                    <a:bodyPr/>
                    <a:lstStyle/>
                    <a:p>
                      <a:pPr algn="ctr"/>
                      <a:r>
                        <a:rPr lang="en-US" sz="1500" dirty="0"/>
                        <a:t>Sample item 2</a:t>
                      </a:r>
                    </a:p>
                  </a:txBody>
                  <a:tcPr marL="91231" marR="91231" marT="45615" marB="45615" anchor="ctr">
                    <a:lnL w="9525" cap="flat" cmpd="sng" algn="ctr">
                      <a:noFill/>
                      <a:prstDash val="soli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500" dirty="0"/>
                        <a:t>Sample item 2</a:t>
                      </a:r>
                    </a:p>
                  </a:txBody>
                  <a:tcPr marL="91231" marR="91231" marT="45615" marB="45615" anchor="ctr">
                    <a:lnL>
                      <a:noFill/>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500" dirty="0"/>
                        <a:t>Sample item 2</a:t>
                      </a:r>
                    </a:p>
                  </a:txBody>
                  <a:tcPr marL="91231" marR="91231" marT="45615" marB="45615" anchor="ctr">
                    <a:lnL>
                      <a:noFill/>
                    </a:lnL>
                    <a:lnR w="9525" cap="flat" cmpd="sng" algn="ctr">
                      <a:noFill/>
                      <a:prstDash val="soli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2"/>
                  </a:ext>
                </a:extLst>
              </a:tr>
              <a:tr h="620510">
                <a:tc>
                  <a:txBody>
                    <a:bodyPr/>
                    <a:lstStyle/>
                    <a:p>
                      <a:pPr algn="ctr"/>
                      <a:r>
                        <a:rPr lang="en-US" sz="1500" dirty="0"/>
                        <a:t>Sample item 3</a:t>
                      </a:r>
                    </a:p>
                  </a:txBody>
                  <a:tcPr marL="91231" marR="91231" marT="45615" marB="45615" anchor="ctr">
                    <a:lnL w="9525" cap="flat" cmpd="sng" algn="ctr">
                      <a:noFill/>
                      <a:prstDash val="solid"/>
                    </a:lnL>
                    <a:lnR>
                      <a:noFill/>
                    </a:lnR>
                    <a:lnT w="3175" cap="flat" cmpd="sng" algn="ctr">
                      <a:solidFill>
                        <a:schemeClr val="tx1"/>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dirty="0"/>
                        <a:t>Sample item 3</a:t>
                      </a:r>
                    </a:p>
                  </a:txBody>
                  <a:tcPr marL="91231" marR="91231" marT="45615" marB="45615" anchor="ctr">
                    <a:lnL>
                      <a:noFill/>
                    </a:lnL>
                    <a:lnR>
                      <a:noFill/>
                    </a:lnR>
                    <a:lnT w="3175" cap="flat" cmpd="sng" algn="ctr">
                      <a:solidFill>
                        <a:schemeClr val="tx1"/>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dirty="0"/>
                        <a:t>Sample item 13</a:t>
                      </a:r>
                    </a:p>
                  </a:txBody>
                  <a:tcPr marL="91231" marR="91231" marT="45615" marB="45615" anchor="ctr">
                    <a:lnL>
                      <a:noFill/>
                    </a:lnL>
                    <a:lnR w="9525" cap="flat" cmpd="sng" algn="ctr">
                      <a:noFill/>
                      <a:prstDash val="solid"/>
                    </a:lnR>
                    <a:lnT w="3175" cap="flat" cmpd="sng" algn="ctr">
                      <a:solidFill>
                        <a:schemeClr val="tx1"/>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graphicFrame>
        <p:nvGraphicFramePr>
          <p:cNvPr id="451" name="Content Placeholder 4"/>
          <p:cNvGraphicFramePr>
            <a:graphicFrameLocks/>
          </p:cNvGraphicFramePr>
          <p:nvPr>
            <p:extLst>
              <p:ext uri="{D42A27DB-BD31-4B8C-83A1-F6EECF244321}">
                <p14:modId xmlns:p14="http://schemas.microsoft.com/office/powerpoint/2010/main" val="4045901020"/>
              </p:ext>
            </p:extLst>
          </p:nvPr>
        </p:nvGraphicFramePr>
        <p:xfrm>
          <a:off x="16508891" y="7901241"/>
          <a:ext cx="6765448" cy="1989515"/>
        </p:xfrm>
        <a:graphic>
          <a:graphicData uri="http://schemas.openxmlformats.org/drawingml/2006/table">
            <a:tbl>
              <a:tblPr firstRow="1">
                <a:tableStyleId>{17292A2E-F333-43FB-9621-5CBBE7FDCDCB}</a:tableStyleId>
              </a:tblPr>
              <a:tblGrid>
                <a:gridCol w="3382724">
                  <a:extLst>
                    <a:ext uri="{9D8B030D-6E8A-4147-A177-3AD203B41FA5}">
                      <a16:colId xmlns:a16="http://schemas.microsoft.com/office/drawing/2014/main" val="20000"/>
                    </a:ext>
                  </a:extLst>
                </a:gridCol>
                <a:gridCol w="3382724">
                  <a:extLst>
                    <a:ext uri="{9D8B030D-6E8A-4147-A177-3AD203B41FA5}">
                      <a16:colId xmlns:a16="http://schemas.microsoft.com/office/drawing/2014/main" val="20001"/>
                    </a:ext>
                  </a:extLst>
                </a:gridCol>
              </a:tblGrid>
              <a:tr h="737077">
                <a:tc>
                  <a:txBody>
                    <a:bodyPr/>
                    <a:lstStyle/>
                    <a:p>
                      <a:pPr algn="ctr"/>
                      <a:r>
                        <a:rPr lang="en-US" sz="1800" dirty="0"/>
                        <a:t>Column Header 1</a:t>
                      </a:r>
                    </a:p>
                  </a:txBody>
                  <a:tcPr marL="91231" marR="91231" marT="45615" marB="45615"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a:gsLst>
                        <a:gs pos="0">
                          <a:srgbClr val="FBB400"/>
                        </a:gs>
                        <a:gs pos="100000">
                          <a:srgbClr val="ED8B00"/>
                        </a:gs>
                      </a:gsLst>
                      <a:lin ang="0" scaled="0"/>
                    </a:gra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Column Header 2</a:t>
                      </a:r>
                    </a:p>
                  </a:txBody>
                  <a:tcPr marL="91231" marR="91231" marT="45615" marB="45615"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a:gsLst>
                        <a:gs pos="100000">
                          <a:srgbClr val="FBB400"/>
                        </a:gs>
                        <a:gs pos="0">
                          <a:srgbClr val="ED8B00"/>
                        </a:gs>
                      </a:gsLst>
                      <a:lin ang="0" scaled="0"/>
                    </a:gradFill>
                  </a:tcPr>
                </a:tc>
                <a:extLst>
                  <a:ext uri="{0D108BD9-81ED-4DB2-BD59-A6C34878D82A}">
                    <a16:rowId xmlns:a16="http://schemas.microsoft.com/office/drawing/2014/main" val="10000"/>
                  </a:ext>
                </a:extLst>
              </a:tr>
              <a:tr h="626219">
                <a:tc>
                  <a:txBody>
                    <a:bodyPr/>
                    <a:lstStyle/>
                    <a:p>
                      <a:pPr algn="ctr"/>
                      <a:r>
                        <a:rPr lang="en-US" sz="1500" dirty="0"/>
                        <a:t>Sample item 1</a:t>
                      </a:r>
                    </a:p>
                  </a:txBody>
                  <a:tcPr marL="91231" marR="91231" marT="45615" marB="45615" anchor="ctr">
                    <a:lnL w="9525" cap="flat" cmpd="sng" algn="ctr">
                      <a:noFill/>
                      <a:prstDash val="solid"/>
                    </a:lnL>
                    <a:lnR>
                      <a:noFill/>
                    </a:lnR>
                    <a:lnT w="1905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dirty="0"/>
                        <a:t>Sample item 1</a:t>
                      </a:r>
                    </a:p>
                  </a:txBody>
                  <a:tcPr marL="91231" marR="91231" marT="45615" marB="45615" anchor="ctr">
                    <a:lnL>
                      <a:noFill/>
                    </a:lnL>
                    <a:lnR w="9525" cap="flat" cmpd="sng" algn="ctr">
                      <a:noFill/>
                      <a:prstDash val="solid"/>
                    </a:lnR>
                    <a:lnT w="1905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626219">
                <a:tc>
                  <a:txBody>
                    <a:bodyPr/>
                    <a:lstStyle/>
                    <a:p>
                      <a:pPr algn="ctr"/>
                      <a:r>
                        <a:rPr lang="en-US" sz="1500" dirty="0"/>
                        <a:t>Sample item 2</a:t>
                      </a:r>
                    </a:p>
                  </a:txBody>
                  <a:tcPr marL="91231" marR="91231" marT="45615" marB="45615" anchor="ctr">
                    <a:lnL w="9525" cap="flat" cmpd="sng" algn="ctr">
                      <a:noFill/>
                      <a:prstDash val="solid"/>
                    </a:lnL>
                    <a:lnR>
                      <a:noFill/>
                    </a:lnR>
                    <a:lnT w="3175" cap="flat" cmpd="sng" algn="ctr">
                      <a:solidFill>
                        <a:schemeClr val="tx1"/>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dirty="0"/>
                        <a:t>Sample item 2</a:t>
                      </a:r>
                    </a:p>
                  </a:txBody>
                  <a:tcPr marL="91231" marR="91231" marT="45615" marB="45615" anchor="ctr">
                    <a:lnL>
                      <a:noFill/>
                    </a:lnL>
                    <a:lnR w="9525" cap="flat" cmpd="sng" algn="ctr">
                      <a:noFill/>
                      <a:prstDash val="solid"/>
                    </a:lnR>
                    <a:lnT w="3175" cap="flat" cmpd="sng" algn="ctr">
                      <a:solidFill>
                        <a:schemeClr val="tx1"/>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graphicFrame>
        <p:nvGraphicFramePr>
          <p:cNvPr id="452" name="Content Placeholder 4"/>
          <p:cNvGraphicFramePr>
            <a:graphicFrameLocks/>
          </p:cNvGraphicFramePr>
          <p:nvPr>
            <p:extLst>
              <p:ext uri="{D42A27DB-BD31-4B8C-83A1-F6EECF244321}">
                <p14:modId xmlns:p14="http://schemas.microsoft.com/office/powerpoint/2010/main" val="3079351261"/>
              </p:ext>
            </p:extLst>
          </p:nvPr>
        </p:nvGraphicFramePr>
        <p:xfrm>
          <a:off x="969204" y="12959417"/>
          <a:ext cx="6769926" cy="2578102"/>
        </p:xfrm>
        <a:graphic>
          <a:graphicData uri="http://schemas.openxmlformats.org/drawingml/2006/table">
            <a:tbl>
              <a:tblPr firstRow="1" bandRow="1">
                <a:tableStyleId>{69012ECD-51FC-41F1-AA8D-1B2483CD663E}</a:tableStyleId>
              </a:tblPr>
              <a:tblGrid>
                <a:gridCol w="2256642">
                  <a:extLst>
                    <a:ext uri="{9D8B030D-6E8A-4147-A177-3AD203B41FA5}">
                      <a16:colId xmlns:a16="http://schemas.microsoft.com/office/drawing/2014/main" val="20000"/>
                    </a:ext>
                  </a:extLst>
                </a:gridCol>
                <a:gridCol w="2256642">
                  <a:extLst>
                    <a:ext uri="{9D8B030D-6E8A-4147-A177-3AD203B41FA5}">
                      <a16:colId xmlns:a16="http://schemas.microsoft.com/office/drawing/2014/main" val="20001"/>
                    </a:ext>
                  </a:extLst>
                </a:gridCol>
                <a:gridCol w="2256642">
                  <a:extLst>
                    <a:ext uri="{9D8B030D-6E8A-4147-A177-3AD203B41FA5}">
                      <a16:colId xmlns:a16="http://schemas.microsoft.com/office/drawing/2014/main" val="20002"/>
                    </a:ext>
                  </a:extLst>
                </a:gridCol>
              </a:tblGrid>
              <a:tr h="726472">
                <a:tc>
                  <a:txBody>
                    <a:bodyPr/>
                    <a:lstStyle/>
                    <a:p>
                      <a:pPr algn="ctr"/>
                      <a:r>
                        <a:rPr lang="en-US" sz="1800" dirty="0">
                          <a:solidFill>
                            <a:schemeClr val="accent1"/>
                          </a:solidFill>
                        </a:rPr>
                        <a:t>Column Header 1</a:t>
                      </a:r>
                    </a:p>
                  </a:txBody>
                  <a:tcPr marL="91231" marR="91231" marT="45615" marB="45615" anchor="ctr">
                    <a:lnL w="9525" cap="flat" cmpd="sng" algn="ctr">
                      <a:noFill/>
                      <a:prstDash val="solid"/>
                    </a:lnL>
                    <a:lnR>
                      <a:noFill/>
                    </a:lnR>
                    <a:lnT w="9525" cap="flat" cmpd="sng" algn="ctr">
                      <a:noFill/>
                      <a:prstDash val="soli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accent1"/>
                          </a:solidFill>
                        </a:rPr>
                        <a:t>Column Header 2</a:t>
                      </a:r>
                    </a:p>
                  </a:txBody>
                  <a:tcPr marL="91231" marR="91231" marT="45615" marB="45615" anchor="ctr">
                    <a:lnL>
                      <a:noFill/>
                    </a:lnL>
                    <a:lnR>
                      <a:noFill/>
                    </a:lnR>
                    <a:lnT w="9525" cap="flat" cmpd="sng" algn="ctr">
                      <a:noFill/>
                      <a:prstDash val="soli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accent1"/>
                          </a:solidFill>
                        </a:rPr>
                        <a:t>Column Header 3</a:t>
                      </a:r>
                    </a:p>
                  </a:txBody>
                  <a:tcPr marL="91231" marR="91231" marT="45615" marB="45615" anchor="ctr">
                    <a:lnL>
                      <a:noFill/>
                    </a:lnL>
                    <a:lnR w="9525" cap="flat" cmpd="sng" algn="ctr">
                      <a:noFill/>
                      <a:prstDash val="solid"/>
                    </a:lnR>
                    <a:lnT w="9525" cap="flat" cmpd="sng" algn="ctr">
                      <a:noFill/>
                      <a:prstDash val="soli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617210">
                <a:tc>
                  <a:txBody>
                    <a:bodyPr/>
                    <a:lstStyle/>
                    <a:p>
                      <a:pPr algn="ctr"/>
                      <a:r>
                        <a:rPr lang="en-US" sz="1500" dirty="0"/>
                        <a:t>Sample item 1</a:t>
                      </a:r>
                    </a:p>
                  </a:txBody>
                  <a:tcPr marL="91231" marR="91231" marT="45615" marB="45615" anchor="ctr">
                    <a:lnL w="9525" cap="flat" cmpd="sng" algn="ctr">
                      <a:noFill/>
                      <a:prstDash val="solid"/>
                    </a:lnL>
                    <a:lnR>
                      <a:noFill/>
                    </a:lnR>
                    <a:lnT w="12700" cap="flat" cmpd="sng" algn="ctr">
                      <a:solidFill>
                        <a:schemeClr val="accent1"/>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dirty="0"/>
                        <a:t>Sample item 1</a:t>
                      </a:r>
                    </a:p>
                  </a:txBody>
                  <a:tcPr marL="91231" marR="91231" marT="45615" marB="45615" anchor="ctr">
                    <a:lnL>
                      <a:noFill/>
                    </a:lnL>
                    <a:lnR>
                      <a:noFill/>
                    </a:lnR>
                    <a:lnT w="12700" cap="flat" cmpd="sng" algn="ctr">
                      <a:solidFill>
                        <a:schemeClr val="accent1"/>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dirty="0"/>
                        <a:t>Sample item 1</a:t>
                      </a:r>
                    </a:p>
                  </a:txBody>
                  <a:tcPr marL="91231" marR="91231" marT="45615" marB="45615" anchor="ctr">
                    <a:lnL>
                      <a:noFill/>
                    </a:lnL>
                    <a:lnR w="9525" cap="flat" cmpd="sng" algn="ctr">
                      <a:noFill/>
                      <a:prstDash val="solid"/>
                    </a:lnR>
                    <a:lnT w="12700" cap="flat" cmpd="sng" algn="ctr">
                      <a:solidFill>
                        <a:schemeClr val="accent1"/>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617210">
                <a:tc>
                  <a:txBody>
                    <a:bodyPr/>
                    <a:lstStyle/>
                    <a:p>
                      <a:pPr algn="ctr"/>
                      <a:r>
                        <a:rPr lang="en-US" sz="1500" dirty="0"/>
                        <a:t>Sample item 2</a:t>
                      </a:r>
                    </a:p>
                  </a:txBody>
                  <a:tcPr marL="91231" marR="91231" marT="45615" marB="45615" anchor="ctr">
                    <a:lnL w="9525" cap="flat" cmpd="sng" algn="ctr">
                      <a:noFill/>
                      <a:prstDash val="solid"/>
                    </a:lnL>
                    <a:lnR>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500" dirty="0"/>
                        <a:t>Sample item 2</a:t>
                      </a:r>
                    </a:p>
                  </a:txBody>
                  <a:tcPr marL="91231" marR="91231" marT="45615" marB="45615" anchor="ctr">
                    <a:lnL>
                      <a:noFill/>
                    </a:lnL>
                    <a:lnR>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500" dirty="0"/>
                        <a:t>Sample item 2</a:t>
                      </a:r>
                    </a:p>
                  </a:txBody>
                  <a:tcPr marL="91231" marR="91231" marT="45615" marB="45615" anchor="ctr">
                    <a:lnL>
                      <a:noFill/>
                    </a:lnL>
                    <a:lnR w="9525" cap="flat" cmpd="sng" algn="ctr">
                      <a:noFill/>
                      <a:prstDash val="soli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2"/>
                  </a:ext>
                </a:extLst>
              </a:tr>
              <a:tr h="617210">
                <a:tc>
                  <a:txBody>
                    <a:bodyPr/>
                    <a:lstStyle/>
                    <a:p>
                      <a:pPr algn="ctr"/>
                      <a:r>
                        <a:rPr lang="en-US" sz="1500" dirty="0"/>
                        <a:t>Sample item 3</a:t>
                      </a:r>
                    </a:p>
                  </a:txBody>
                  <a:tcPr marL="91231" marR="91231" marT="45615" marB="45615" anchor="ctr">
                    <a:lnL w="9525" cap="flat" cmpd="sng" algn="ctr">
                      <a:noFill/>
                      <a:prstDash val="solid"/>
                    </a:lnL>
                    <a:lnR>
                      <a:noFill/>
                    </a:lnR>
                    <a:lnT w="635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dirty="0"/>
                        <a:t>Sample item 3</a:t>
                      </a:r>
                    </a:p>
                  </a:txBody>
                  <a:tcPr marL="91231" marR="91231" marT="45615" marB="45615" anchor="ctr">
                    <a:lnL>
                      <a:noFill/>
                    </a:lnL>
                    <a:lnR>
                      <a:noFill/>
                    </a:lnR>
                    <a:lnT w="635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dirty="0"/>
                        <a:t>Sample item 13</a:t>
                      </a:r>
                    </a:p>
                  </a:txBody>
                  <a:tcPr marL="91231" marR="91231" marT="45615" marB="45615" anchor="ctr">
                    <a:lnL>
                      <a:noFill/>
                    </a:lnL>
                    <a:lnR w="9525" cap="flat" cmpd="sng" algn="ctr">
                      <a:noFill/>
                      <a:prstDash val="solid"/>
                    </a:lnR>
                    <a:lnT w="635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32" name="Footer Placeholder 31"/>
          <p:cNvSpPr>
            <a:spLocks noGrp="1"/>
          </p:cNvSpPr>
          <p:nvPr>
            <p:ph type="ftr" sz="quarter" idx="51"/>
          </p:nvPr>
        </p:nvSpPr>
        <p:spPr>
          <a:xfrm>
            <a:off x="7739130" y="23177638"/>
            <a:ext cx="16736310" cy="530915"/>
          </a:xfrm>
        </p:spPr>
        <p:txBody>
          <a:bodyPr/>
          <a:lstStyle/>
          <a:p>
            <a:r>
              <a:rPr lang="en-CA" dirty="0"/>
              <a:t>For Research Use Only. Not for use in diagnostic procedures. Confidential. Do not distribute.</a:t>
            </a:r>
            <a:endParaRPr lang="en-US" dirty="0"/>
          </a:p>
        </p:txBody>
      </p:sp>
      <p:sp>
        <p:nvSpPr>
          <p:cNvPr id="33" name="TextBox 32">
            <a:extLst>
              <a:ext uri="{FF2B5EF4-FFF2-40B4-BE49-F238E27FC236}">
                <a16:creationId xmlns:a16="http://schemas.microsoft.com/office/drawing/2014/main" id="{C43EF2D5-9609-42D4-89F2-8E2B7CB8DD80}"/>
              </a:ext>
            </a:extLst>
          </p:cNvPr>
          <p:cNvSpPr txBox="1"/>
          <p:nvPr/>
        </p:nvSpPr>
        <p:spPr>
          <a:xfrm>
            <a:off x="-1681370" y="7793107"/>
            <a:ext cx="184731" cy="728341"/>
          </a:xfrm>
          <a:prstGeom prst="rect">
            <a:avLst/>
          </a:prstGeom>
          <a:noFill/>
        </p:spPr>
        <p:txBody>
          <a:bodyPr wrap="none" rtlCol="0">
            <a:spAutoFit/>
          </a:bodyPr>
          <a:lstStyle/>
          <a:p>
            <a:endParaRPr lang="en-US" sz="4133" dirty="0"/>
          </a:p>
        </p:txBody>
      </p:sp>
      <p:sp>
        <p:nvSpPr>
          <p:cNvPr id="35" name="TextBox 34">
            <a:extLst>
              <a:ext uri="{FF2B5EF4-FFF2-40B4-BE49-F238E27FC236}">
                <a16:creationId xmlns:a16="http://schemas.microsoft.com/office/drawing/2014/main" id="{40C7C7BD-D49A-50B0-B932-3E421DF83DFA}"/>
              </a:ext>
            </a:extLst>
          </p:cNvPr>
          <p:cNvSpPr txBox="1"/>
          <p:nvPr/>
        </p:nvSpPr>
        <p:spPr>
          <a:xfrm>
            <a:off x="-420343" y="2067754"/>
            <a:ext cx="184731" cy="728341"/>
          </a:xfrm>
          <a:prstGeom prst="rect">
            <a:avLst/>
          </a:prstGeom>
          <a:noFill/>
        </p:spPr>
        <p:txBody>
          <a:bodyPr wrap="none" rtlCol="0">
            <a:spAutoFit/>
          </a:bodyPr>
          <a:lstStyle/>
          <a:p>
            <a:endParaRPr lang="en-US" sz="4133" dirty="0"/>
          </a:p>
        </p:txBody>
      </p:sp>
    </p:spTree>
    <p:custDataLst>
      <p:tags r:id="rId1"/>
    </p:custDataLst>
    <p:extLst>
      <p:ext uri="{BB962C8B-B14F-4D97-AF65-F5344CB8AC3E}">
        <p14:creationId xmlns:p14="http://schemas.microsoft.com/office/powerpoint/2010/main" val="920227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DESIGN_ID_ILLUMINA_TEMPLATE_CORPORATE_EXTERNAL" val="Vu6mfBNy"/>
  <p:tag name="ARTICULATE_SLIDE_COUNT"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Illumina_Template_Corporate_EXTERNAL">
  <a:themeElements>
    <a:clrScheme name="Custom 1">
      <a:dk1>
        <a:sysClr val="windowText" lastClr="000000"/>
      </a:dk1>
      <a:lt1>
        <a:sysClr val="window" lastClr="FFFFFF"/>
      </a:lt1>
      <a:dk2>
        <a:srgbClr val="44546A"/>
      </a:dk2>
      <a:lt2>
        <a:srgbClr val="E7E6E6"/>
      </a:lt2>
      <a:accent1>
        <a:srgbClr val="ED8B00"/>
      </a:accent1>
      <a:accent2>
        <a:srgbClr val="FFB81C"/>
      </a:accent2>
      <a:accent3>
        <a:srgbClr val="E91207"/>
      </a:accent3>
      <a:accent4>
        <a:srgbClr val="DE1B76"/>
      </a:accent4>
      <a:accent5>
        <a:srgbClr val="6756A5"/>
      </a:accent5>
      <a:accent6>
        <a:srgbClr val="0077C8"/>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Arial" charset="0"/>
          </a:defRPr>
        </a:defPPr>
      </a:lstStyle>
    </a:lnDef>
  </a:objectDefaults>
  <a:extraClrSchemeLst>
    <a:extraClrScheme>
      <a:clrScheme name="Illumina Colors">
        <a:dk1>
          <a:srgbClr val="4D4D4F"/>
        </a:dk1>
        <a:lt1>
          <a:srgbClr val="FFFFFF"/>
        </a:lt1>
        <a:dk2>
          <a:srgbClr val="4D4D4F"/>
        </a:dk2>
        <a:lt2>
          <a:srgbClr val="BBBBBB"/>
        </a:lt2>
        <a:accent1>
          <a:srgbClr val="AD73AC"/>
        </a:accent1>
        <a:accent2>
          <a:srgbClr val="7CA8D4"/>
        </a:accent2>
        <a:accent3>
          <a:srgbClr val="B9C980"/>
        </a:accent3>
        <a:accent4>
          <a:srgbClr val="D04C4F"/>
        </a:accent4>
        <a:accent5>
          <a:srgbClr val="D3BCD2"/>
        </a:accent5>
        <a:accent6>
          <a:srgbClr val="A9C1D9"/>
        </a:accent6>
        <a:hlink>
          <a:srgbClr val="B9C980"/>
        </a:hlink>
        <a:folHlink>
          <a:srgbClr val="7CA8D4"/>
        </a:folHlink>
      </a:clrScheme>
      <a:clrMap bg1="lt1" tx1="dk1" bg2="lt2" tx2="dk2" accent1="accent1" accent2="accent2" accent3="accent3" accent4="accent4" accent5="accent5" accent6="accent6" hlink="hlink" folHlink="folHlink"/>
    </a:extraClrScheme>
    <a:extraClrScheme>
      <a:clrScheme name="Illumina Colors">
        <a:dk1>
          <a:srgbClr val="4D4D4F"/>
        </a:dk1>
        <a:lt1>
          <a:srgbClr val="FFFFFF"/>
        </a:lt1>
        <a:dk2>
          <a:srgbClr val="4D4D4F"/>
        </a:dk2>
        <a:lt2>
          <a:srgbClr val="BBBBBB"/>
        </a:lt2>
        <a:accent1>
          <a:srgbClr val="AD73AC"/>
        </a:accent1>
        <a:accent2>
          <a:srgbClr val="7CA8D4"/>
        </a:accent2>
        <a:accent3>
          <a:srgbClr val="B9C980"/>
        </a:accent3>
        <a:accent4>
          <a:srgbClr val="D04C4F"/>
        </a:accent4>
        <a:accent5>
          <a:srgbClr val="D3BCD2"/>
        </a:accent5>
        <a:accent6>
          <a:srgbClr val="A9C1D9"/>
        </a:accent6>
        <a:hlink>
          <a:srgbClr val="B9C980"/>
        </a:hlink>
        <a:folHlink>
          <a:srgbClr val="7CA8D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scientific-poster-27x35-template" id="{6F402B05-3AB3-834F-BF15-6AEE5F6A268C}" vid="{445D6291-A4BF-8A46-B4A4-5A4D326FDC18}"/>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item1.xml><?xml version="1.0" encoding="utf-8"?>
<AllExternalAdhocVariableMappings/>
</file>

<file path=customXml/item2.xml><?xml version="1.0" encoding="utf-8"?>
<VariableList UniqueId="63bf073b-479d-4a1b-a36f-6216a412cea0" Name="System" ContentType="XML" MajorVersion="0" MinorVersion="1" isLocalCopy="False" IsBaseObject="False" DataSourceId="041da5e7-1c1a-4b1b-84e6-a532b8095f48" DataSourceMajorVersion="0" DataSourceMinorVersion="1"/>
</file>

<file path=customXml/item3.xml><?xml version="1.0" encoding="utf-8"?>
<VariableListDefinition name="System" displayName="System" id="63bf073b-479d-4a1b-a36f-6216a412cea0" isdomainofvalue="False" dataSourceId="041da5e7-1c1a-4b1b-84e6-a532b8095f48"/>
</file>

<file path=customXml/item4.xml><?xml version="1.0" encoding="utf-8"?>
<VariableListDefinition name="Computed" displayName="Computed" id="bc06d079-1135-4c7d-ab2f-48fd2e60be54" isdomainofvalue="False" dataSourceId="c4696b61-8698-4f72-a7ea-0f58ff39e349"/>
</file>

<file path=customXml/item5.xml><?xml version="1.0" encoding="utf-8"?>
<VariableList UniqueId="bc06d079-1135-4c7d-ab2f-48fd2e60be54" Name="Computed" ContentType="XML" MajorVersion="0" MinorVersion="1" isLocalCopy="False" IsBaseObject="False" DataSourceId="c4696b61-8698-4f72-a7ea-0f58ff39e349" DataSourceMajorVersion="0" DataSourceMinorVersion="1"/>
</file>

<file path=customXml/item6.xml><?xml version="1.0" encoding="utf-8"?>
<VariableList UniqueId="b23be2bd-ff1f-454d-b9c8-d685a4fb2846" Name="AD_HOC" ContentType="XML" MajorVersion="0" MinorVersion="1" isLocalCopy="False" IsBaseObject="False" DataSourceId="e2460cc5-8f46-429e-9d7f-1be79377fc0f" DataSourceMajorVersion="0" DataSourceMinorVersion="1"/>
</file>

<file path=customXml/item7.xml><?xml version="1.0" encoding="utf-8"?>
<VariableListDefinition name="AD_HOC" displayName="AD_HOC" id="b23be2bd-ff1f-454d-b9c8-d685a4fb2846" isdomainofvalue="False" dataSourceId="e2460cc5-8f46-429e-9d7f-1be79377fc0f"/>
</file>

<file path=customXml/itemProps1.xml><?xml version="1.0" encoding="utf-8"?>
<ds:datastoreItem xmlns:ds="http://schemas.openxmlformats.org/officeDocument/2006/customXml" ds:itemID="{88E3BDD3-5C6A-4BED-89F0-3B58E4C02E0F}">
  <ds:schemaRefs/>
</ds:datastoreItem>
</file>

<file path=customXml/itemProps2.xml><?xml version="1.0" encoding="utf-8"?>
<ds:datastoreItem xmlns:ds="http://schemas.openxmlformats.org/officeDocument/2006/customXml" ds:itemID="{7A7641A7-2A49-451A-B00A-9A0782673412}">
  <ds:schemaRefs/>
</ds:datastoreItem>
</file>

<file path=customXml/itemProps3.xml><?xml version="1.0" encoding="utf-8"?>
<ds:datastoreItem xmlns:ds="http://schemas.openxmlformats.org/officeDocument/2006/customXml" ds:itemID="{16534479-C5D1-4C6B-BA3D-9CB4B0C86D92}">
  <ds:schemaRefs/>
</ds:datastoreItem>
</file>

<file path=customXml/itemProps4.xml><?xml version="1.0" encoding="utf-8"?>
<ds:datastoreItem xmlns:ds="http://schemas.openxmlformats.org/officeDocument/2006/customXml" ds:itemID="{53664007-903B-4658-9A45-5EC7A0090D7A}">
  <ds:schemaRefs/>
</ds:datastoreItem>
</file>

<file path=customXml/itemProps5.xml><?xml version="1.0" encoding="utf-8"?>
<ds:datastoreItem xmlns:ds="http://schemas.openxmlformats.org/officeDocument/2006/customXml" ds:itemID="{005700A6-4394-4FF7-B1F2-0B9EE35E668E}">
  <ds:schemaRefs/>
</ds:datastoreItem>
</file>

<file path=customXml/itemProps6.xml><?xml version="1.0" encoding="utf-8"?>
<ds:datastoreItem xmlns:ds="http://schemas.openxmlformats.org/officeDocument/2006/customXml" ds:itemID="{C70C83F5-74B8-4ECD-9873-B6207E59ED57}">
  <ds:schemaRefs/>
</ds:datastoreItem>
</file>

<file path=customXml/itemProps7.xml><?xml version="1.0" encoding="utf-8"?>
<ds:datastoreItem xmlns:ds="http://schemas.openxmlformats.org/officeDocument/2006/customXml" ds:itemID="{29FD8224-060D-48D9-8100-2BD9710B028D}">
  <ds:schemaRefs/>
</ds:datastoreItem>
</file>

<file path=docProps/app.xml><?xml version="1.0" encoding="utf-8"?>
<Properties xmlns="http://schemas.openxmlformats.org/officeDocument/2006/extended-properties" xmlns:vt="http://schemas.openxmlformats.org/officeDocument/2006/docPropsVTypes">
  <Template/>
  <TotalTime>7</TotalTime>
  <Words>111</Words>
  <Application>Microsoft Office PowerPoint</Application>
  <PresentationFormat>Custom</PresentationFormat>
  <Paragraphs>33</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Arial-BoldMT</vt:lpstr>
      <vt:lpstr>ArialMT</vt:lpstr>
      <vt:lpstr>Wingdings</vt:lpstr>
      <vt:lpstr>Illumina_Template_Corporate_EXTERNAL</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Diaz, Oscar</dc:creator>
  <cp:keywords/>
  <dc:description/>
  <cp:lastModifiedBy>Mosley, Melissa</cp:lastModifiedBy>
  <cp:revision>1</cp:revision>
  <dcterms:created xsi:type="dcterms:W3CDTF">2026-08-21T17:10:54Z</dcterms:created>
  <dcterms:modified xsi:type="dcterms:W3CDTF">2026-08-21T20:05:57Z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1668F7D7-51D1-46B8-98E2-5CE01F0E9D21</vt:lpwstr>
  </property>
  <property fmtid="{D5CDD505-2E9C-101B-9397-08002B2CF9AE}" pid="3" name="ArticulatePath">
    <vt:lpwstr>scientific-poster-48x36-template_v1.0</vt:lpwstr>
  </property>
</Properties>
</file>