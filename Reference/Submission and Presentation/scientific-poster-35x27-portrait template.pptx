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8"/>
  </p:sldMasterIdLst>
  <p:notesMasterIdLst>
    <p:notesMasterId r:id="rId10"/>
  </p:notesMasterIdLst>
  <p:handoutMasterIdLst>
    <p:handoutMasterId r:id="rId11"/>
  </p:handoutMasterIdLst>
  <p:sldIdLst>
    <p:sldId id="296" r:id="rId9"/>
  </p:sldIdLst>
  <p:sldSz cx="24688800" cy="32004000"/>
  <p:notesSz cx="7010400" cy="9296400"/>
  <p:custDataLst>
    <p:custData r:id="rId5"/>
    <p:custData r:id="rId7"/>
    <p:custData r:id="rId3"/>
    <p:custData r:id="rId1"/>
    <p:custData r:id="rId2"/>
    <p:custData r:id="rId4"/>
    <p:custData r:id="rId6"/>
    <p:tags r:id="rId12"/>
  </p:custDataLst>
  <p:defaultTextStyle>
    <a:defPPr>
      <a:defRPr lang="en-US"/>
    </a:defPPr>
    <a:lvl1pPr algn="l" rtl="0" fontAlgn="base">
      <a:spcBef>
        <a:spcPct val="0"/>
      </a:spcBef>
      <a:spcAft>
        <a:spcPct val="0"/>
      </a:spcAft>
      <a:defRPr sz="5668" kern="1200">
        <a:solidFill>
          <a:schemeClr val="tx1"/>
        </a:solidFill>
        <a:latin typeface="Arial" charset="0"/>
        <a:ea typeface="+mn-ea"/>
        <a:cs typeface="+mn-cs"/>
      </a:defRPr>
    </a:lvl1pPr>
    <a:lvl2pPr marL="1619585" algn="l" rtl="0" fontAlgn="base">
      <a:spcBef>
        <a:spcPct val="0"/>
      </a:spcBef>
      <a:spcAft>
        <a:spcPct val="0"/>
      </a:spcAft>
      <a:defRPr sz="5668" kern="1200">
        <a:solidFill>
          <a:schemeClr val="tx1"/>
        </a:solidFill>
        <a:latin typeface="Arial" charset="0"/>
        <a:ea typeface="+mn-ea"/>
        <a:cs typeface="+mn-cs"/>
      </a:defRPr>
    </a:lvl2pPr>
    <a:lvl3pPr marL="3239171" algn="l" rtl="0" fontAlgn="base">
      <a:spcBef>
        <a:spcPct val="0"/>
      </a:spcBef>
      <a:spcAft>
        <a:spcPct val="0"/>
      </a:spcAft>
      <a:defRPr sz="5668" kern="1200">
        <a:solidFill>
          <a:schemeClr val="tx1"/>
        </a:solidFill>
        <a:latin typeface="Arial" charset="0"/>
        <a:ea typeface="+mn-ea"/>
        <a:cs typeface="+mn-cs"/>
      </a:defRPr>
    </a:lvl3pPr>
    <a:lvl4pPr marL="4858756" algn="l" rtl="0" fontAlgn="base">
      <a:spcBef>
        <a:spcPct val="0"/>
      </a:spcBef>
      <a:spcAft>
        <a:spcPct val="0"/>
      </a:spcAft>
      <a:defRPr sz="5668" kern="1200">
        <a:solidFill>
          <a:schemeClr val="tx1"/>
        </a:solidFill>
        <a:latin typeface="Arial" charset="0"/>
        <a:ea typeface="+mn-ea"/>
        <a:cs typeface="+mn-cs"/>
      </a:defRPr>
    </a:lvl4pPr>
    <a:lvl5pPr marL="6478341" algn="l" rtl="0" fontAlgn="base">
      <a:spcBef>
        <a:spcPct val="0"/>
      </a:spcBef>
      <a:spcAft>
        <a:spcPct val="0"/>
      </a:spcAft>
      <a:defRPr sz="5668" kern="1200">
        <a:solidFill>
          <a:schemeClr val="tx1"/>
        </a:solidFill>
        <a:latin typeface="Arial" charset="0"/>
        <a:ea typeface="+mn-ea"/>
        <a:cs typeface="+mn-cs"/>
      </a:defRPr>
    </a:lvl5pPr>
    <a:lvl6pPr marL="8097926" algn="l" defTabSz="3239171" rtl="0" eaLnBrk="1" latinLnBrk="0" hangingPunct="1">
      <a:defRPr sz="5668" kern="1200">
        <a:solidFill>
          <a:schemeClr val="tx1"/>
        </a:solidFill>
        <a:latin typeface="Arial" charset="0"/>
        <a:ea typeface="+mn-ea"/>
        <a:cs typeface="+mn-cs"/>
      </a:defRPr>
    </a:lvl6pPr>
    <a:lvl7pPr marL="9717512" algn="l" defTabSz="3239171" rtl="0" eaLnBrk="1" latinLnBrk="0" hangingPunct="1">
      <a:defRPr sz="5668" kern="1200">
        <a:solidFill>
          <a:schemeClr val="tx1"/>
        </a:solidFill>
        <a:latin typeface="Arial" charset="0"/>
        <a:ea typeface="+mn-ea"/>
        <a:cs typeface="+mn-cs"/>
      </a:defRPr>
    </a:lvl7pPr>
    <a:lvl8pPr marL="11337097" algn="l" defTabSz="3239171" rtl="0" eaLnBrk="1" latinLnBrk="0" hangingPunct="1">
      <a:defRPr sz="5668" kern="1200">
        <a:solidFill>
          <a:schemeClr val="tx1"/>
        </a:solidFill>
        <a:latin typeface="Arial" charset="0"/>
        <a:ea typeface="+mn-ea"/>
        <a:cs typeface="+mn-cs"/>
      </a:defRPr>
    </a:lvl8pPr>
    <a:lvl9pPr marL="12956682" algn="l" defTabSz="3239171" rtl="0" eaLnBrk="1" latinLnBrk="0" hangingPunct="1">
      <a:defRPr sz="5668"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13230" userDrawn="1">
          <p15:clr>
            <a:srgbClr val="A4A3A4"/>
          </p15:clr>
        </p15:guide>
        <p15:guide id="2" orient="horz" pos="16772"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400"/>
    <a:srgbClr val="FCAA00"/>
    <a:srgbClr val="F89F00"/>
    <a:srgbClr val="ED8B00"/>
    <a:srgbClr val="6D6D6C"/>
    <a:srgbClr val="4D4E4D"/>
    <a:srgbClr val="ED9D2D"/>
    <a:srgbClr val="32C8C8"/>
    <a:srgbClr val="33CCCC"/>
    <a:srgbClr val="FFB4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85" autoAdjust="0"/>
    <p:restoredTop sz="96327" autoAdjust="0"/>
  </p:normalViewPr>
  <p:slideViewPr>
    <p:cSldViewPr snapToGrid="0">
      <p:cViewPr varScale="1">
        <p:scale>
          <a:sx n="23" d="100"/>
          <a:sy n="23" d="100"/>
        </p:scale>
        <p:origin x="3564" y="90"/>
      </p:cViewPr>
      <p:guideLst>
        <p:guide pos="13230"/>
        <p:guide orient="horz" pos="167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7120"/>
    </p:cViewPr>
  </p:sorterViewPr>
  <p:notesViewPr>
    <p:cSldViewPr snapToGrid="0">
      <p:cViewPr varScale="1">
        <p:scale>
          <a:sx n="81" d="100"/>
          <a:sy n="81" d="100"/>
        </p:scale>
        <p:origin x="-2268" y="-84"/>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ustomXml" Target="../customXml/item7.xml"/><Relationship Id="rId12"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cap="none" spc="2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750-4AF2-969C-74F8F8A191E0}"/>
            </c:ext>
          </c:extLst>
        </c:ser>
        <c:ser>
          <c:idx val="1"/>
          <c:order val="1"/>
          <c:tx>
            <c:strRef>
              <c:f>Sheet1!$C$1</c:f>
              <c:strCache>
                <c:ptCount val="1"/>
                <c:pt idx="0">
                  <c:v>Series 2</c:v>
                </c:pt>
              </c:strCache>
            </c:strRef>
          </c:tx>
          <c:spPr>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750-4AF2-969C-74F8F8A191E0}"/>
            </c:ext>
          </c:extLst>
        </c:ser>
        <c:ser>
          <c:idx val="2"/>
          <c:order val="2"/>
          <c:tx>
            <c:strRef>
              <c:f>Sheet1!$D$1</c:f>
              <c:strCache>
                <c:ptCount val="1"/>
                <c:pt idx="0">
                  <c:v>Series 3</c:v>
                </c:pt>
              </c:strCache>
            </c:strRef>
          </c:tx>
          <c:spPr>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chemeClr>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750-4AF2-969C-74F8F8A191E0}"/>
            </c:ext>
          </c:extLst>
        </c:ser>
        <c:dLbls>
          <c:dLblPos val="outEnd"/>
          <c:showLegendKey val="0"/>
          <c:showVal val="1"/>
          <c:showCatName val="0"/>
          <c:showSerName val="0"/>
          <c:showPercent val="0"/>
          <c:showBubbleSize val="0"/>
        </c:dLbls>
        <c:gapWidth val="100"/>
        <c:overlap val="-24"/>
        <c:axId val="1373005744"/>
        <c:axId val="1271205344"/>
      </c:barChart>
      <c:catAx>
        <c:axId val="13730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1271205344"/>
        <c:crosses val="autoZero"/>
        <c:auto val="1"/>
        <c:lblAlgn val="ctr"/>
        <c:lblOffset val="100"/>
        <c:noMultiLvlLbl val="0"/>
      </c:catAx>
      <c:valAx>
        <c:axId val="12712053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1373005744"/>
        <c:crosses val="autoZero"/>
        <c:crossBetween val="between"/>
      </c:valAx>
      <c:spPr>
        <a:noFill/>
        <a:ln>
          <a:noFill/>
        </a:ln>
        <a:effectLst>
          <a:softEdge rad="0"/>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defTabSz="931863">
              <a:defRPr sz="1200"/>
            </a:lvl1pPr>
          </a:lstStyle>
          <a:p>
            <a:pPr>
              <a:defRPr/>
            </a:pPr>
            <a:endParaRPr lang="en-US"/>
          </a:p>
        </p:txBody>
      </p:sp>
      <p:sp>
        <p:nvSpPr>
          <p:cNvPr id="51203"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algn="r" defTabSz="931863">
              <a:defRPr sz="1200"/>
            </a:lvl1pPr>
          </a:lstStyle>
          <a:p>
            <a:pPr>
              <a:defRPr/>
            </a:pPr>
            <a:endParaRPr lang="en-US"/>
          </a:p>
        </p:txBody>
      </p:sp>
      <p:sp>
        <p:nvSpPr>
          <p:cNvPr id="51204"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defTabSz="931863">
              <a:defRPr sz="1200"/>
            </a:lvl1pPr>
          </a:lstStyle>
          <a:p>
            <a:pPr>
              <a:defRPr/>
            </a:pPr>
            <a:endParaRPr lang="en-US"/>
          </a:p>
        </p:txBody>
      </p:sp>
      <p:sp>
        <p:nvSpPr>
          <p:cNvPr id="51205"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algn="r" defTabSz="931863">
              <a:defRPr sz="1200"/>
            </a:lvl1pPr>
          </a:lstStyle>
          <a:p>
            <a:pPr>
              <a:defRPr/>
            </a:pPr>
            <a:fld id="{9FB021FE-9EB7-4E5C-BB0C-0290341750E5}" type="slidenum">
              <a:rPr lang="en-US"/>
              <a:pPr>
                <a:defRPr/>
              </a:pPr>
              <a:t>‹#›</a:t>
            </a:fld>
            <a:endParaRPr lang="en-US"/>
          </a:p>
        </p:txBody>
      </p:sp>
    </p:spTree>
    <p:extLst>
      <p:ext uri="{BB962C8B-B14F-4D97-AF65-F5344CB8AC3E}">
        <p14:creationId xmlns:p14="http://schemas.microsoft.com/office/powerpoint/2010/main" val="2217387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defTabSz="931863">
              <a:defRPr sz="1200"/>
            </a:lvl1pPr>
          </a:lstStyle>
          <a:p>
            <a:pPr>
              <a:defRPr/>
            </a:pPr>
            <a:endParaRPr lang="en-US"/>
          </a:p>
        </p:txBody>
      </p:sp>
      <p:sp>
        <p:nvSpPr>
          <p:cNvPr id="54275" name="Rectangle 3"/>
          <p:cNvSpPr>
            <a:spLocks noGrp="1" noChangeArrowheads="1"/>
          </p:cNvSpPr>
          <p:nvPr>
            <p:ph type="dt" idx="1"/>
          </p:nvPr>
        </p:nvSpPr>
        <p:spPr bwMode="auto">
          <a:xfrm>
            <a:off x="3971925" y="0"/>
            <a:ext cx="3038475" cy="465138"/>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lvl1pPr algn="r" defTabSz="931863">
              <a:defRPr sz="1200"/>
            </a:lvl1pPr>
          </a:lstStyle>
          <a:p>
            <a:pPr>
              <a:defRPr/>
            </a:pPr>
            <a:endParaRPr lang="en-US"/>
          </a:p>
        </p:txBody>
      </p:sp>
      <p:sp>
        <p:nvSpPr>
          <p:cNvPr id="8196" name="Rectangle 4"/>
          <p:cNvSpPr>
            <a:spLocks noGrp="1" noRot="1" noChangeAspect="1" noChangeArrowheads="1" noTextEdit="1"/>
          </p:cNvSpPr>
          <p:nvPr>
            <p:ph type="sldImg" idx="2"/>
          </p:nvPr>
        </p:nvSpPr>
        <p:spPr bwMode="auto">
          <a:xfrm>
            <a:off x="2160588" y="696913"/>
            <a:ext cx="2689225" cy="348615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p:spPr>
        <p:txBody>
          <a:bodyPr vert="horz" wrap="square" lIns="93164" tIns="46582" rIns="93164" bIns="465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4278"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defTabSz="931863">
              <a:defRPr sz="1200"/>
            </a:lvl1pPr>
          </a:lstStyle>
          <a:p>
            <a:pPr>
              <a:defRPr/>
            </a:pPr>
            <a:endParaRPr lang="en-US"/>
          </a:p>
        </p:txBody>
      </p:sp>
      <p:sp>
        <p:nvSpPr>
          <p:cNvPr id="54279"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p:spPr>
        <p:txBody>
          <a:bodyPr vert="horz" wrap="square" lIns="93164" tIns="46582" rIns="93164" bIns="46582" numCol="1" anchor="b" anchorCtr="0" compatLnSpc="1">
            <a:prstTxWarp prst="textNoShape">
              <a:avLst/>
            </a:prstTxWarp>
          </a:bodyPr>
          <a:lstStyle>
            <a:lvl1pPr algn="r" defTabSz="931863">
              <a:defRPr sz="1200"/>
            </a:lvl1pPr>
          </a:lstStyle>
          <a:p>
            <a:pPr>
              <a:defRPr/>
            </a:pPr>
            <a:fld id="{CE2FECC4-DAC2-40AD-A553-8B55346ACC9D}" type="slidenum">
              <a:rPr lang="en-US"/>
              <a:pPr>
                <a:defRPr/>
              </a:pPr>
              <a:t>‹#›</a:t>
            </a:fld>
            <a:endParaRPr lang="en-US"/>
          </a:p>
        </p:txBody>
      </p:sp>
    </p:spTree>
    <p:extLst>
      <p:ext uri="{BB962C8B-B14F-4D97-AF65-F5344CB8AC3E}">
        <p14:creationId xmlns:p14="http://schemas.microsoft.com/office/powerpoint/2010/main" val="2348609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4251" kern="1200">
        <a:solidFill>
          <a:schemeClr val="tx1"/>
        </a:solidFill>
        <a:latin typeface="Arial" charset="0"/>
        <a:ea typeface="+mn-ea"/>
        <a:cs typeface="+mn-cs"/>
      </a:defRPr>
    </a:lvl1pPr>
    <a:lvl2pPr marL="1619585" algn="l" rtl="0" eaLnBrk="0" fontAlgn="base" hangingPunct="0">
      <a:spcBef>
        <a:spcPct val="30000"/>
      </a:spcBef>
      <a:spcAft>
        <a:spcPct val="0"/>
      </a:spcAft>
      <a:defRPr sz="4251" kern="1200">
        <a:solidFill>
          <a:schemeClr val="tx1"/>
        </a:solidFill>
        <a:latin typeface="Arial" charset="0"/>
        <a:ea typeface="+mn-ea"/>
        <a:cs typeface="+mn-cs"/>
      </a:defRPr>
    </a:lvl2pPr>
    <a:lvl3pPr marL="3239171" algn="l" rtl="0" eaLnBrk="0" fontAlgn="base" hangingPunct="0">
      <a:spcBef>
        <a:spcPct val="30000"/>
      </a:spcBef>
      <a:spcAft>
        <a:spcPct val="0"/>
      </a:spcAft>
      <a:defRPr sz="4251" kern="1200">
        <a:solidFill>
          <a:schemeClr val="tx1"/>
        </a:solidFill>
        <a:latin typeface="Arial" charset="0"/>
        <a:ea typeface="+mn-ea"/>
        <a:cs typeface="+mn-cs"/>
      </a:defRPr>
    </a:lvl3pPr>
    <a:lvl4pPr marL="4858756" algn="l" rtl="0" eaLnBrk="0" fontAlgn="base" hangingPunct="0">
      <a:spcBef>
        <a:spcPct val="30000"/>
      </a:spcBef>
      <a:spcAft>
        <a:spcPct val="0"/>
      </a:spcAft>
      <a:defRPr sz="4251" kern="1200">
        <a:solidFill>
          <a:schemeClr val="tx1"/>
        </a:solidFill>
        <a:latin typeface="Arial" charset="0"/>
        <a:ea typeface="+mn-ea"/>
        <a:cs typeface="+mn-cs"/>
      </a:defRPr>
    </a:lvl4pPr>
    <a:lvl5pPr marL="6478341" algn="l" rtl="0" eaLnBrk="0" fontAlgn="base" hangingPunct="0">
      <a:spcBef>
        <a:spcPct val="30000"/>
      </a:spcBef>
      <a:spcAft>
        <a:spcPct val="0"/>
      </a:spcAft>
      <a:defRPr sz="4251" kern="1200">
        <a:solidFill>
          <a:schemeClr val="tx1"/>
        </a:solidFill>
        <a:latin typeface="Arial" charset="0"/>
        <a:ea typeface="+mn-ea"/>
        <a:cs typeface="+mn-cs"/>
      </a:defRPr>
    </a:lvl5pPr>
    <a:lvl6pPr marL="8097926" algn="l" defTabSz="3239171" rtl="0" eaLnBrk="1" latinLnBrk="0" hangingPunct="1">
      <a:defRPr sz="4251" kern="1200">
        <a:solidFill>
          <a:schemeClr val="tx1"/>
        </a:solidFill>
        <a:latin typeface="+mn-lt"/>
        <a:ea typeface="+mn-ea"/>
        <a:cs typeface="+mn-cs"/>
      </a:defRPr>
    </a:lvl6pPr>
    <a:lvl7pPr marL="9717512" algn="l" defTabSz="3239171" rtl="0" eaLnBrk="1" latinLnBrk="0" hangingPunct="1">
      <a:defRPr sz="4251" kern="1200">
        <a:solidFill>
          <a:schemeClr val="tx1"/>
        </a:solidFill>
        <a:latin typeface="+mn-lt"/>
        <a:ea typeface="+mn-ea"/>
        <a:cs typeface="+mn-cs"/>
      </a:defRPr>
    </a:lvl7pPr>
    <a:lvl8pPr marL="11337097" algn="l" defTabSz="3239171" rtl="0" eaLnBrk="1" latinLnBrk="0" hangingPunct="1">
      <a:defRPr sz="4251" kern="1200">
        <a:solidFill>
          <a:schemeClr val="tx1"/>
        </a:solidFill>
        <a:latin typeface="+mn-lt"/>
        <a:ea typeface="+mn-ea"/>
        <a:cs typeface="+mn-cs"/>
      </a:defRPr>
    </a:lvl8pPr>
    <a:lvl9pPr marL="12956682" algn="l" defTabSz="3239171" rtl="0" eaLnBrk="1" latinLnBrk="0" hangingPunct="1">
      <a:defRPr sz="42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60588" y="696913"/>
            <a:ext cx="2689225"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E2FECC4-DAC2-40AD-A553-8B55346ACC9D}" type="slidenum">
              <a:rPr lang="en-US" smtClean="0"/>
              <a:pPr>
                <a:defRPr/>
              </a:pPr>
              <a:t>1</a:t>
            </a:fld>
            <a:endParaRPr lang="en-US"/>
          </a:p>
        </p:txBody>
      </p:sp>
    </p:spTree>
    <p:extLst>
      <p:ext uri="{BB962C8B-B14F-4D97-AF65-F5344CB8AC3E}">
        <p14:creationId xmlns:p14="http://schemas.microsoft.com/office/powerpoint/2010/main" val="1639276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pic>
        <p:nvPicPr>
          <p:cNvPr id="5" name="Picture 4" descr="A black and white sign&#10;&#10;Description automatically generated with low confidence">
            <a:extLst>
              <a:ext uri="{FF2B5EF4-FFF2-40B4-BE49-F238E27FC236}">
                <a16:creationId xmlns:a16="http://schemas.microsoft.com/office/drawing/2014/main" id="{E2AD9DFA-D259-D819-3174-526ABE4C024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240434" y="29830306"/>
            <a:ext cx="4080511" cy="962448"/>
          </a:xfrm>
          <a:prstGeom prst="rect">
            <a:avLst/>
          </a:prstGeom>
        </p:spPr>
      </p:pic>
      <p:sp>
        <p:nvSpPr>
          <p:cNvPr id="39" name="Title 4"/>
          <p:cNvSpPr>
            <a:spLocks noGrp="1"/>
          </p:cNvSpPr>
          <p:nvPr>
            <p:ph type="title" hasCustomPrompt="1"/>
          </p:nvPr>
        </p:nvSpPr>
        <p:spPr>
          <a:xfrm>
            <a:off x="1315394" y="774296"/>
            <a:ext cx="16873215" cy="1212269"/>
          </a:xfrm>
          <a:prstGeom prst="rect">
            <a:avLst/>
          </a:prstGeom>
        </p:spPr>
        <p:txBody>
          <a:bodyPr/>
          <a:lstStyle>
            <a:lvl1pPr>
              <a:defRPr sz="8750" spc="-146" baseline="0">
                <a:solidFill>
                  <a:schemeClr val="accent1"/>
                </a:solidFill>
              </a:defRPr>
            </a:lvl1pPr>
          </a:lstStyle>
          <a:p>
            <a:r>
              <a:rPr lang="en-US" dirty="0"/>
              <a:t>Click here to add title</a:t>
            </a:r>
          </a:p>
        </p:txBody>
      </p:sp>
      <p:sp>
        <p:nvSpPr>
          <p:cNvPr id="40" name="Text Placeholder 7"/>
          <p:cNvSpPr>
            <a:spLocks noGrp="1"/>
          </p:cNvSpPr>
          <p:nvPr>
            <p:ph type="body" sz="quarter" idx="11" hasCustomPrompt="1"/>
          </p:nvPr>
        </p:nvSpPr>
        <p:spPr>
          <a:xfrm>
            <a:off x="1315394" y="1855692"/>
            <a:ext cx="16873215" cy="8268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buNone/>
              <a:defRPr lang="en-US" sz="5250" b="0" i="0" spc="-29"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lvl="0">
              <a:spcBef>
                <a:spcPct val="0"/>
              </a:spcBef>
              <a:spcAft>
                <a:spcPct val="0"/>
              </a:spcAft>
            </a:pPr>
            <a:r>
              <a:rPr lang="en-US" dirty="0"/>
              <a:t>Click here to add authors</a:t>
            </a:r>
          </a:p>
        </p:txBody>
      </p:sp>
      <p:sp>
        <p:nvSpPr>
          <p:cNvPr id="41" name="Text Placeholder 7"/>
          <p:cNvSpPr>
            <a:spLocks noGrp="1"/>
          </p:cNvSpPr>
          <p:nvPr>
            <p:ph type="body" sz="quarter" idx="12" hasCustomPrompt="1"/>
          </p:nvPr>
        </p:nvSpPr>
        <p:spPr>
          <a:xfrm>
            <a:off x="1315394" y="2843429"/>
            <a:ext cx="16873215" cy="6448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buNone/>
              <a:defRPr lang="en-US" sz="3208" b="0" i="0" spc="-15"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lvl="0">
              <a:spcBef>
                <a:spcPct val="0"/>
              </a:spcBef>
              <a:spcAft>
                <a:spcPct val="0"/>
              </a:spcAft>
            </a:pPr>
            <a:r>
              <a:rPr lang="en-US" dirty="0"/>
              <a:t>Click here to add affiliations</a:t>
            </a:r>
          </a:p>
        </p:txBody>
      </p:sp>
      <p:sp>
        <p:nvSpPr>
          <p:cNvPr id="87" name="Text Placeholder 7"/>
          <p:cNvSpPr>
            <a:spLocks noGrp="1"/>
          </p:cNvSpPr>
          <p:nvPr>
            <p:ph type="body" sz="quarter" idx="51" hasCustomPrompt="1"/>
          </p:nvPr>
        </p:nvSpPr>
        <p:spPr>
          <a:xfrm>
            <a:off x="1345211" y="4138932"/>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INTRODUCTION OR ABSTRACT</a:t>
            </a:r>
          </a:p>
        </p:txBody>
      </p:sp>
      <p:sp>
        <p:nvSpPr>
          <p:cNvPr id="88" name="Text Placeholder 7"/>
          <p:cNvSpPr>
            <a:spLocks noGrp="1"/>
          </p:cNvSpPr>
          <p:nvPr>
            <p:ph type="body" sz="quarter" idx="52" hasCustomPrompt="1"/>
          </p:nvPr>
        </p:nvSpPr>
        <p:spPr>
          <a:xfrm>
            <a:off x="1345211" y="4912345"/>
            <a:ext cx="10671048" cy="1921295"/>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Highlight this text and replace it with new text from a Microsoft Word document or other text-editing program. The text size for body copy and headings and the typeface has been set for you. If you  choose to change typefaces, use common ones such as Times, Arial, or Helvetica and keep the body text between 25 and 32 points. The text boxes and photo boxes may be resized, eliminated, or added as necessary. </a:t>
            </a:r>
          </a:p>
        </p:txBody>
      </p:sp>
      <p:sp>
        <p:nvSpPr>
          <p:cNvPr id="89" name="Text Placeholder 7"/>
          <p:cNvSpPr>
            <a:spLocks noGrp="1"/>
          </p:cNvSpPr>
          <p:nvPr>
            <p:ph type="body" sz="quarter" idx="53" hasCustomPrompt="1"/>
          </p:nvPr>
        </p:nvSpPr>
        <p:spPr>
          <a:xfrm>
            <a:off x="1345211" y="7104193"/>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OBJECTIVES (Click </a:t>
            </a:r>
            <a:r>
              <a:rPr lang="en-US"/>
              <a:t>to edit)</a:t>
            </a:r>
            <a:endParaRPr lang="en-US" dirty="0"/>
          </a:p>
        </p:txBody>
      </p:sp>
      <p:sp>
        <p:nvSpPr>
          <p:cNvPr id="90" name="Text Placeholder 7"/>
          <p:cNvSpPr>
            <a:spLocks noGrp="1"/>
          </p:cNvSpPr>
          <p:nvPr>
            <p:ph type="body" sz="quarter" idx="54" hasCustomPrompt="1"/>
          </p:nvPr>
        </p:nvSpPr>
        <p:spPr>
          <a:xfrm>
            <a:off x="1345211" y="7871542"/>
            <a:ext cx="10671048"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How to add Tables</a:t>
            </a:r>
          </a:p>
        </p:txBody>
      </p:sp>
      <p:sp>
        <p:nvSpPr>
          <p:cNvPr id="91" name="Text Placeholder 7"/>
          <p:cNvSpPr>
            <a:spLocks noGrp="1"/>
          </p:cNvSpPr>
          <p:nvPr>
            <p:ph type="body" sz="quarter" idx="55" hasCustomPrompt="1"/>
          </p:nvPr>
        </p:nvSpPr>
        <p:spPr>
          <a:xfrm>
            <a:off x="1345211" y="8190950"/>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To add a table from scratch go to the INSERT menu and click on TABLE. A drop-down box will help you select rows and columns. </a:t>
            </a:r>
          </a:p>
        </p:txBody>
      </p:sp>
      <p:sp>
        <p:nvSpPr>
          <p:cNvPr id="93" name="Text Placeholder 7"/>
          <p:cNvSpPr>
            <a:spLocks noGrp="1"/>
          </p:cNvSpPr>
          <p:nvPr>
            <p:ph type="body" sz="quarter" idx="57" hasCustomPrompt="1"/>
          </p:nvPr>
        </p:nvSpPr>
        <p:spPr>
          <a:xfrm>
            <a:off x="1345211" y="8990358"/>
            <a:ext cx="10671048"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You can also copy and a paste a table from Word or another PowerPoint document. A pasted table may need to be re-formatted by RIGHT-CLICK &gt; FORMAT SHAPE, TEXT BOX, Margins.</a:t>
            </a:r>
          </a:p>
        </p:txBody>
      </p:sp>
      <p:sp>
        <p:nvSpPr>
          <p:cNvPr id="94" name="Text Placeholder 7"/>
          <p:cNvSpPr>
            <a:spLocks noGrp="1"/>
          </p:cNvSpPr>
          <p:nvPr>
            <p:ph type="body" sz="quarter" idx="58" hasCustomPrompt="1"/>
          </p:nvPr>
        </p:nvSpPr>
        <p:spPr>
          <a:xfrm>
            <a:off x="1345211" y="13077791"/>
            <a:ext cx="10671048"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Graphs / Charts</a:t>
            </a:r>
          </a:p>
        </p:txBody>
      </p:sp>
      <p:sp>
        <p:nvSpPr>
          <p:cNvPr id="95" name="Text Placeholder 7"/>
          <p:cNvSpPr>
            <a:spLocks noGrp="1"/>
          </p:cNvSpPr>
          <p:nvPr>
            <p:ph type="body" sz="quarter" idx="59" hasCustomPrompt="1"/>
          </p:nvPr>
        </p:nvSpPr>
        <p:spPr>
          <a:xfrm>
            <a:off x="1345211" y="13391256"/>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You can simply copy and paste charts and graphs from Excel or Word. Some reformatting may be required depending on how the original document has been created.</a:t>
            </a:r>
          </a:p>
        </p:txBody>
      </p:sp>
      <p:sp>
        <p:nvSpPr>
          <p:cNvPr id="96" name="Text Placeholder 7"/>
          <p:cNvSpPr>
            <a:spLocks noGrp="1"/>
          </p:cNvSpPr>
          <p:nvPr>
            <p:ph type="body" sz="quarter" idx="60" hasCustomPrompt="1"/>
          </p:nvPr>
        </p:nvSpPr>
        <p:spPr>
          <a:xfrm>
            <a:off x="1345211" y="14495582"/>
            <a:ext cx="10671048" cy="1921295"/>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r>
              <a:rPr lang="en-US" dirty="0" err="1"/>
              <a:t>fuga</a:t>
            </a:r>
            <a:r>
              <a:rPr lang="en-US" dirty="0"/>
              <a:t>. </a:t>
            </a:r>
            <a:r>
              <a:rPr lang="en-US" dirty="0" err="1"/>
              <a:t>Ut</a:t>
            </a:r>
            <a:r>
              <a:rPr lang="en-US" dirty="0"/>
              <a:t> </a:t>
            </a:r>
            <a:r>
              <a:rPr lang="en-US" dirty="0" err="1"/>
              <a:t>eum</a:t>
            </a:r>
            <a:r>
              <a:rPr lang="en-US" dirty="0"/>
              <a:t> in nihil </a:t>
            </a:r>
            <a:r>
              <a:rPr lang="en-US" dirty="0" err="1"/>
              <a:t>ipsam</a:t>
            </a:r>
            <a:r>
              <a:rPr lang="en-US" dirty="0"/>
              <a:t>, </a:t>
            </a:r>
            <a:r>
              <a:rPr lang="en-US" dirty="0" err="1"/>
              <a:t>sanim</a:t>
            </a:r>
            <a:r>
              <a:rPr lang="en-US" dirty="0"/>
              <a:t> et.</a:t>
            </a:r>
          </a:p>
        </p:txBody>
      </p:sp>
      <p:sp>
        <p:nvSpPr>
          <p:cNvPr id="97" name="Text Placeholder 7"/>
          <p:cNvSpPr>
            <a:spLocks noGrp="1"/>
          </p:cNvSpPr>
          <p:nvPr>
            <p:ph type="body" sz="quarter" idx="61" hasCustomPrompt="1"/>
          </p:nvPr>
        </p:nvSpPr>
        <p:spPr>
          <a:xfrm>
            <a:off x="1345211" y="17097073"/>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MATERIALS &amp; METHODS </a:t>
            </a:r>
            <a:r>
              <a:rPr lang="en-US" dirty="0"/>
              <a:t>(Click to edit)</a:t>
            </a:r>
          </a:p>
        </p:txBody>
      </p:sp>
      <p:sp>
        <p:nvSpPr>
          <p:cNvPr id="98" name="Text Placeholder 7"/>
          <p:cNvSpPr>
            <a:spLocks noGrp="1"/>
          </p:cNvSpPr>
          <p:nvPr>
            <p:ph type="body" sz="quarter" idx="62" hasCustomPrompt="1"/>
          </p:nvPr>
        </p:nvSpPr>
        <p:spPr>
          <a:xfrm>
            <a:off x="1345211" y="17870487"/>
            <a:ext cx="10671048"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2042" b="1"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Images</a:t>
            </a:r>
          </a:p>
        </p:txBody>
      </p:sp>
      <p:sp>
        <p:nvSpPr>
          <p:cNvPr id="99" name="Text Placeholder 7"/>
          <p:cNvSpPr>
            <a:spLocks noGrp="1"/>
          </p:cNvSpPr>
          <p:nvPr>
            <p:ph type="body" sz="quarter" idx="63" hasCustomPrompt="1"/>
          </p:nvPr>
        </p:nvSpPr>
        <p:spPr>
          <a:xfrm>
            <a:off x="1345211" y="18191946"/>
            <a:ext cx="10671048"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TIFFs are the preferred file format for images appearing in printed posters. Avoid the use of low-resolution </a:t>
            </a:r>
            <a:r>
              <a:rPr lang="en-US" dirty="0" err="1"/>
              <a:t>jpgs</a:t>
            </a:r>
            <a:r>
              <a:rPr lang="en-US" dirty="0"/>
              <a:t>, especially those downloaded from the Internet, as they will reproduce poorly. </a:t>
            </a:r>
          </a:p>
        </p:txBody>
      </p:sp>
      <p:sp>
        <p:nvSpPr>
          <p:cNvPr id="100" name="Text Placeholder 7"/>
          <p:cNvSpPr>
            <a:spLocks noGrp="1"/>
          </p:cNvSpPr>
          <p:nvPr>
            <p:ph type="body" sz="quarter" idx="64" hasCustomPrompt="1"/>
          </p:nvPr>
        </p:nvSpPr>
        <p:spPr>
          <a:xfrm>
            <a:off x="1345211" y="19303104"/>
            <a:ext cx="10671048"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In order to insert an image, use the menu toolbar at the top of </a:t>
            </a:r>
            <a:r>
              <a:rPr lang="en-US"/>
              <a:t>your screen.</a:t>
            </a:r>
            <a:endParaRPr lang="en-US" dirty="0"/>
          </a:p>
        </p:txBody>
      </p:sp>
      <p:sp>
        <p:nvSpPr>
          <p:cNvPr id="101" name="Text Placeholder 7"/>
          <p:cNvSpPr>
            <a:spLocks noGrp="1"/>
          </p:cNvSpPr>
          <p:nvPr>
            <p:ph type="body" sz="quarter" idx="65" hasCustomPrompt="1"/>
          </p:nvPr>
        </p:nvSpPr>
        <p:spPr>
          <a:xfrm>
            <a:off x="1345211" y="19804618"/>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Select: Insert, Picture, From file, Find and select the correct file on your computer, Press OK. Be aware of the image size you are importing.</a:t>
            </a:r>
          </a:p>
        </p:txBody>
      </p:sp>
      <p:sp>
        <p:nvSpPr>
          <p:cNvPr id="102" name="Text Placeholder 7"/>
          <p:cNvSpPr>
            <a:spLocks noGrp="1"/>
          </p:cNvSpPr>
          <p:nvPr>
            <p:ph type="body" sz="quarter" idx="66" hasCustomPrompt="1"/>
          </p:nvPr>
        </p:nvSpPr>
        <p:spPr>
          <a:xfrm>
            <a:off x="1345211" y="26530865"/>
            <a:ext cx="10671048" cy="65502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no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1313"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Figure 1: Brief Descriptive Title more text just like this and so on and so forth—Figure captions should start with a takeaway point, or elaborate on the takeaway point that is in the title. For diagrams or charts, concisely explain what makes it relevant. Sometimes you also use this area to briefly describe what was done.</a:t>
            </a:r>
          </a:p>
        </p:txBody>
      </p:sp>
      <p:sp>
        <p:nvSpPr>
          <p:cNvPr id="103" name="Text Placeholder 7"/>
          <p:cNvSpPr>
            <a:spLocks noGrp="1"/>
          </p:cNvSpPr>
          <p:nvPr>
            <p:ph type="body" sz="quarter" idx="67" hasCustomPrompt="1"/>
          </p:nvPr>
        </p:nvSpPr>
        <p:spPr>
          <a:xfrm>
            <a:off x="1345211" y="27295291"/>
            <a:ext cx="10671048" cy="100681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Resize images proportionally by holding down the SHIFT key and dragging one of the corner handles. For a professional-looking poster, do not distort your images by enlarging them disproportionally.</a:t>
            </a:r>
          </a:p>
        </p:txBody>
      </p:sp>
      <p:sp>
        <p:nvSpPr>
          <p:cNvPr id="104" name="Text Placeholder 7"/>
          <p:cNvSpPr>
            <a:spLocks noGrp="1"/>
          </p:cNvSpPr>
          <p:nvPr>
            <p:ph type="body" sz="quarter" idx="68" hasCustomPrompt="1"/>
          </p:nvPr>
        </p:nvSpPr>
        <p:spPr>
          <a:xfrm>
            <a:off x="1345211" y="28402380"/>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Zoom in and look at your images at 100% magnification. If they look good, they will print well.</a:t>
            </a:r>
          </a:p>
        </p:txBody>
      </p:sp>
      <p:sp>
        <p:nvSpPr>
          <p:cNvPr id="108" name="Text Placeholder 7"/>
          <p:cNvSpPr>
            <a:spLocks noGrp="1"/>
          </p:cNvSpPr>
          <p:nvPr>
            <p:ph type="body" sz="quarter" idx="69" hasCustomPrompt="1"/>
          </p:nvPr>
        </p:nvSpPr>
        <p:spPr>
          <a:xfrm>
            <a:off x="1345211" y="20607588"/>
            <a:ext cx="10671048" cy="1311641"/>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Yoluptatur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r>
              <a:rPr lang="en-US" dirty="0" err="1"/>
              <a:t>fuga</a:t>
            </a:r>
            <a:r>
              <a:rPr lang="en-US" dirty="0"/>
              <a:t>. </a:t>
            </a:r>
            <a:r>
              <a:rPr lang="en-US" dirty="0" err="1"/>
              <a:t>Ut</a:t>
            </a:r>
            <a:r>
              <a:rPr lang="en-US" dirty="0"/>
              <a:t> </a:t>
            </a:r>
            <a:r>
              <a:rPr lang="en-US" dirty="0" err="1"/>
              <a:t>eum</a:t>
            </a:r>
            <a:r>
              <a:rPr lang="en-US" dirty="0"/>
              <a:t> in nihil </a:t>
            </a:r>
            <a:r>
              <a:rPr lang="en-US" dirty="0" err="1"/>
              <a:t>ipsam</a:t>
            </a:r>
            <a:r>
              <a:rPr lang="en-US" dirty="0"/>
              <a:t>, </a:t>
            </a:r>
            <a:r>
              <a:rPr lang="en-US" dirty="0" err="1"/>
              <a:t>sanim</a:t>
            </a:r>
            <a:r>
              <a:rPr lang="en-US" dirty="0"/>
              <a:t>.</a:t>
            </a:r>
          </a:p>
        </p:txBody>
      </p:sp>
      <p:sp>
        <p:nvSpPr>
          <p:cNvPr id="109" name="Text Placeholder 7"/>
          <p:cNvSpPr>
            <a:spLocks noGrp="1"/>
          </p:cNvSpPr>
          <p:nvPr>
            <p:ph type="body" sz="quarter" idx="70" hasCustomPrompt="1"/>
          </p:nvPr>
        </p:nvSpPr>
        <p:spPr>
          <a:xfrm>
            <a:off x="12649897" y="4138932"/>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RESULTS (Click to edit)</a:t>
            </a:r>
          </a:p>
        </p:txBody>
      </p:sp>
      <p:sp>
        <p:nvSpPr>
          <p:cNvPr id="110" name="Text Placeholder 7"/>
          <p:cNvSpPr>
            <a:spLocks noGrp="1"/>
          </p:cNvSpPr>
          <p:nvPr>
            <p:ph type="body" sz="quarter" idx="71" hasCustomPrompt="1"/>
          </p:nvPr>
        </p:nvSpPr>
        <p:spPr>
          <a:xfrm>
            <a:off x="12649897" y="4912346"/>
            <a:ext cx="10671048" cy="1616468"/>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a:t>
            </a:r>
          </a:p>
        </p:txBody>
      </p:sp>
      <p:sp>
        <p:nvSpPr>
          <p:cNvPr id="111" name="Text Placeholder 7"/>
          <p:cNvSpPr>
            <a:spLocks noGrp="1"/>
          </p:cNvSpPr>
          <p:nvPr>
            <p:ph type="body" sz="quarter" idx="72" hasCustomPrompt="1"/>
          </p:nvPr>
        </p:nvSpPr>
        <p:spPr>
          <a:xfrm>
            <a:off x="12649897" y="11075695"/>
            <a:ext cx="10671048" cy="1921295"/>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voloresequat</a:t>
            </a:r>
            <a:r>
              <a:rPr lang="en-US" dirty="0"/>
              <a:t> </a:t>
            </a:r>
            <a:r>
              <a:rPr lang="en-US" dirty="0" err="1"/>
              <a:t>quia</a:t>
            </a:r>
            <a:r>
              <a:rPr lang="en-US" dirty="0"/>
              <a:t> </a:t>
            </a:r>
            <a:r>
              <a:rPr lang="en-US" dirty="0" err="1"/>
              <a:t>volenime</a:t>
            </a:r>
            <a:r>
              <a:rPr lang="en-US" dirty="0"/>
              <a:t> </a:t>
            </a:r>
            <a:r>
              <a:rPr lang="en-US" dirty="0" err="1"/>
              <a:t>essum</a:t>
            </a:r>
            <a:r>
              <a:rPr lang="en-US" dirty="0"/>
              <a:t> que </a:t>
            </a:r>
            <a:r>
              <a:rPr lang="en-US" dirty="0" err="1"/>
              <a:t>preriatiisim</a:t>
            </a:r>
            <a:r>
              <a:rPr lang="en-US" dirty="0"/>
              <a:t>. </a:t>
            </a:r>
          </a:p>
        </p:txBody>
      </p:sp>
      <p:sp>
        <p:nvSpPr>
          <p:cNvPr id="112" name="Text Placeholder 7"/>
          <p:cNvSpPr>
            <a:spLocks noGrp="1"/>
          </p:cNvSpPr>
          <p:nvPr>
            <p:ph type="body" sz="quarter" idx="73" hasCustomPrompt="1"/>
          </p:nvPr>
        </p:nvSpPr>
        <p:spPr>
          <a:xfrm>
            <a:off x="12649897" y="13094848"/>
            <a:ext cx="10671048" cy="1616468"/>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err="1"/>
              <a:t>Cullore</a:t>
            </a:r>
            <a:r>
              <a:rPr lang="en-US" dirty="0"/>
              <a:t>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a:t>
            </a:r>
            <a:r>
              <a:rPr lang="en-US" dirty="0" err="1"/>
              <a:t>Ut</a:t>
            </a:r>
            <a:r>
              <a:rPr lang="en-US" dirty="0"/>
              <a:t> </a:t>
            </a:r>
            <a:r>
              <a:rPr lang="en-US" dirty="0" err="1"/>
              <a:t>dolorepudis</a:t>
            </a:r>
            <a:endParaRPr lang="en-US" dirty="0"/>
          </a:p>
        </p:txBody>
      </p:sp>
      <p:sp>
        <p:nvSpPr>
          <p:cNvPr id="113" name="Text Placeholder 7"/>
          <p:cNvSpPr>
            <a:spLocks noGrp="1"/>
          </p:cNvSpPr>
          <p:nvPr>
            <p:ph type="body" sz="quarter" idx="74" hasCustomPrompt="1"/>
          </p:nvPr>
        </p:nvSpPr>
        <p:spPr>
          <a:xfrm>
            <a:off x="12649897" y="14811007"/>
            <a:ext cx="10671048" cy="1616468"/>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Les </a:t>
            </a:r>
            <a:r>
              <a:rPr lang="en-US" dirty="0" err="1"/>
              <a:t>dolorehenis</a:t>
            </a:r>
            <a:r>
              <a:rPr lang="en-US" dirty="0"/>
              <a:t> </a:t>
            </a:r>
            <a:r>
              <a:rPr lang="en-US" dirty="0" err="1"/>
              <a:t>iundae</a:t>
            </a:r>
            <a:r>
              <a:rPr lang="en-US" dirty="0"/>
              <a:t> </a:t>
            </a:r>
            <a:r>
              <a:rPr lang="en-US" dirty="0" err="1"/>
              <a:t>optatiur</a:t>
            </a:r>
            <a:r>
              <a:rPr lang="en-US" dirty="0"/>
              <a:t> </a:t>
            </a:r>
            <a:r>
              <a:rPr lang="en-US" dirty="0" err="1"/>
              <a:t>aute</a:t>
            </a:r>
            <a:r>
              <a:rPr lang="en-US" dirty="0"/>
              <a:t> </a:t>
            </a:r>
            <a:r>
              <a:rPr lang="en-US" dirty="0" err="1"/>
              <a:t>coris</a:t>
            </a:r>
            <a:r>
              <a:rPr lang="en-US" dirty="0"/>
              <a:t> </a:t>
            </a:r>
            <a:r>
              <a:rPr lang="en-US" dirty="0" err="1"/>
              <a:t>atureped</a:t>
            </a:r>
            <a:r>
              <a:rPr lang="en-US" dirty="0"/>
              <a:t> et </a:t>
            </a:r>
            <a:r>
              <a:rPr lang="en-US" dirty="0" err="1"/>
              <a:t>eicat</a:t>
            </a:r>
            <a:r>
              <a:rPr lang="en-US" dirty="0"/>
              <a:t> </a:t>
            </a:r>
            <a:r>
              <a:rPr lang="en-US" dirty="0" err="1"/>
              <a:t>plibusant</a:t>
            </a:r>
            <a:r>
              <a:rPr lang="en-US" dirty="0"/>
              <a:t> </a:t>
            </a:r>
            <a:r>
              <a:rPr lang="en-US" dirty="0" err="1"/>
              <a:t>alis</a:t>
            </a:r>
            <a:r>
              <a:rPr lang="en-US" dirty="0"/>
              <a:t> et od </a:t>
            </a:r>
            <a:r>
              <a:rPr lang="en-US" dirty="0" err="1"/>
              <a:t>excerunto</a:t>
            </a:r>
            <a:r>
              <a:rPr lang="en-US" dirty="0"/>
              <a:t> </a:t>
            </a:r>
            <a:r>
              <a:rPr lang="en-US" dirty="0" err="1"/>
              <a:t>te</a:t>
            </a:r>
            <a:r>
              <a:rPr lang="en-US" dirty="0"/>
              <a:t> </a:t>
            </a:r>
            <a:r>
              <a:rPr lang="en-US" dirty="0" err="1"/>
              <a:t>nulparit</a:t>
            </a:r>
            <a:r>
              <a:rPr lang="en-US" dirty="0"/>
              <a:t> et </a:t>
            </a:r>
            <a:r>
              <a:rPr lang="en-US" dirty="0" err="1"/>
              <a:t>velit</a:t>
            </a:r>
            <a:r>
              <a:rPr lang="en-US" dirty="0"/>
              <a:t>, </a:t>
            </a:r>
            <a:r>
              <a:rPr lang="en-US" dirty="0" err="1"/>
              <a:t>tet</a:t>
            </a:r>
            <a:r>
              <a:rPr lang="en-US" dirty="0"/>
              <a:t> </a:t>
            </a:r>
            <a:r>
              <a:rPr lang="en-US" dirty="0" err="1"/>
              <a:t>molorro</a:t>
            </a:r>
            <a:r>
              <a:rPr lang="en-US" dirty="0"/>
              <a:t> </a:t>
            </a:r>
            <a:r>
              <a:rPr lang="en-US" dirty="0" err="1"/>
              <a:t>ritiis</a:t>
            </a:r>
            <a:r>
              <a:rPr lang="en-US" dirty="0"/>
              <a:t> </a:t>
            </a:r>
            <a:r>
              <a:rPr lang="en-US" dirty="0" err="1"/>
              <a:t>exeremod</a:t>
            </a:r>
            <a:r>
              <a:rPr lang="en-US" dirty="0"/>
              <a:t> et </a:t>
            </a:r>
            <a:r>
              <a:rPr lang="en-US" dirty="0" err="1"/>
              <a:t>omnit</a:t>
            </a:r>
            <a:r>
              <a:rPr lang="en-US" dirty="0"/>
              <a:t> </a:t>
            </a:r>
            <a:r>
              <a:rPr lang="en-US" dirty="0" err="1"/>
              <a:t>eatur</a:t>
            </a:r>
            <a:r>
              <a:rPr lang="en-US" dirty="0"/>
              <a:t> </a:t>
            </a:r>
            <a:r>
              <a:rPr lang="en-US" dirty="0" err="1"/>
              <a:t>sa</a:t>
            </a:r>
            <a:r>
              <a:rPr lang="en-US" dirty="0"/>
              <a:t> </a:t>
            </a:r>
            <a:r>
              <a:rPr lang="en-US" dirty="0" err="1"/>
              <a:t>venis</a:t>
            </a:r>
            <a:r>
              <a:rPr lang="en-US" dirty="0"/>
              <a:t> </a:t>
            </a:r>
            <a:r>
              <a:rPr lang="en-US" dirty="0" err="1"/>
              <a:t>eos</a:t>
            </a:r>
            <a:r>
              <a:rPr lang="en-US" dirty="0"/>
              <a:t> alit </a:t>
            </a:r>
            <a:r>
              <a:rPr lang="en-US" dirty="0" err="1"/>
              <a:t>est</a:t>
            </a:r>
            <a:r>
              <a:rPr lang="en-US" dirty="0"/>
              <a:t> </a:t>
            </a:r>
            <a:r>
              <a:rPr lang="en-US" dirty="0" err="1"/>
              <a:t>reicto</a:t>
            </a:r>
            <a:r>
              <a:rPr lang="en-US" dirty="0"/>
              <a:t> </a:t>
            </a:r>
            <a:r>
              <a:rPr lang="en-US" dirty="0" err="1"/>
              <a:t>doluptatum</a:t>
            </a:r>
            <a:r>
              <a:rPr lang="en-US" dirty="0"/>
              <a:t> </a:t>
            </a:r>
            <a:r>
              <a:rPr lang="en-US" dirty="0" err="1"/>
              <a:t>fugia</a:t>
            </a:r>
            <a:r>
              <a:rPr lang="en-US" dirty="0"/>
              <a:t> </a:t>
            </a: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 </a:t>
            </a:r>
            <a:r>
              <a:rPr lang="en-US" dirty="0" err="1"/>
              <a:t>quiam</a:t>
            </a:r>
            <a:r>
              <a:rPr lang="en-US" dirty="0"/>
              <a:t> </a:t>
            </a:r>
            <a:r>
              <a:rPr lang="en-US" dirty="0" err="1"/>
              <a:t>ium</a:t>
            </a:r>
            <a:r>
              <a:rPr lang="en-US" dirty="0"/>
              <a:t> </a:t>
            </a:r>
            <a:r>
              <a:rPr lang="en-US" dirty="0" err="1"/>
              <a:t>ercius</a:t>
            </a:r>
            <a:r>
              <a:rPr lang="en-US" dirty="0"/>
              <a:t> dis ad qui con </a:t>
            </a:r>
            <a:r>
              <a:rPr lang="en-US" dirty="0" err="1"/>
              <a:t>raecabo</a:t>
            </a:r>
            <a:r>
              <a:rPr lang="en-US" dirty="0"/>
              <a:t>. </a:t>
            </a:r>
            <a:r>
              <a:rPr lang="en-US" dirty="0" err="1"/>
              <a:t>Busdam</a:t>
            </a:r>
            <a:r>
              <a:rPr lang="en-US" dirty="0"/>
              <a:t>, am con.</a:t>
            </a:r>
          </a:p>
        </p:txBody>
      </p:sp>
      <p:sp>
        <p:nvSpPr>
          <p:cNvPr id="114" name="Text Placeholder 7"/>
          <p:cNvSpPr>
            <a:spLocks noGrp="1"/>
          </p:cNvSpPr>
          <p:nvPr>
            <p:ph type="body" sz="quarter" idx="75" hasCustomPrompt="1"/>
          </p:nvPr>
        </p:nvSpPr>
        <p:spPr>
          <a:xfrm>
            <a:off x="12649897" y="17097073"/>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dirty="0"/>
              <a:t>CONCLUSIONS (Click to edit)</a:t>
            </a:r>
          </a:p>
        </p:txBody>
      </p:sp>
      <p:sp>
        <p:nvSpPr>
          <p:cNvPr id="115" name="Text Placeholder 7"/>
          <p:cNvSpPr>
            <a:spLocks noGrp="1"/>
          </p:cNvSpPr>
          <p:nvPr>
            <p:ph type="body" sz="quarter" idx="76" hasCustomPrompt="1"/>
          </p:nvPr>
        </p:nvSpPr>
        <p:spPr>
          <a:xfrm>
            <a:off x="12649897" y="22086905"/>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REFERENCES (Click </a:t>
            </a:r>
            <a:r>
              <a:rPr lang="en-US" dirty="0"/>
              <a:t>to edit)</a:t>
            </a:r>
          </a:p>
        </p:txBody>
      </p:sp>
      <p:sp>
        <p:nvSpPr>
          <p:cNvPr id="116" name="Text Placeholder 7"/>
          <p:cNvSpPr>
            <a:spLocks noGrp="1"/>
          </p:cNvSpPr>
          <p:nvPr>
            <p:ph type="body" sz="quarter" idx="77" hasCustomPrompt="1"/>
          </p:nvPr>
        </p:nvSpPr>
        <p:spPr>
          <a:xfrm>
            <a:off x="12649897" y="26086228"/>
            <a:ext cx="10671048" cy="725904"/>
          </a:xfrm>
          <a:prstGeom prst="rect">
            <a:avLst/>
          </a:prstGeom>
          <a:solidFill>
            <a:srgbClr val="6D6D6C"/>
          </a:solidFill>
          <a:ln w="9525">
            <a:noFill/>
            <a:miter lim="800000"/>
            <a:headEnd/>
            <a:tailEnd/>
          </a:ln>
        </p:spPr>
        <p:txBody>
          <a:bodyPr vert="horz" wrap="square" lIns="274320" tIns="137160" rIns="274320" bIns="137160" numCol="1" anchor="t" anchorCtr="0" compatLnSpc="1">
            <a:prstTxWarp prst="textNoShape">
              <a:avLst/>
            </a:prstTxWarp>
            <a:spAutoFit/>
          </a:bodyPr>
          <a:lstStyle>
            <a:lvl1pPr>
              <a:defRPr lang="en-US" sz="2917" b="0" i="0" spc="0" dirty="0" smtClean="0">
                <a:solidFill>
                  <a:schemeClr val="bg1"/>
                </a:solidFill>
                <a:ea typeface="+mj-ea"/>
              </a:defRPr>
            </a:lvl1pPr>
          </a:lstStyle>
          <a:p>
            <a:pPr marL="0" lvl="0" indent="0" hangingPunct="0">
              <a:buNone/>
            </a:pPr>
            <a:r>
              <a:rPr lang="en-US"/>
              <a:t>ACKNOWLEDGEMENTS OR CONTACT</a:t>
            </a:r>
            <a:endParaRPr lang="en-US" dirty="0"/>
          </a:p>
        </p:txBody>
      </p:sp>
      <p:sp>
        <p:nvSpPr>
          <p:cNvPr id="117" name="Text Placeholder 7"/>
          <p:cNvSpPr>
            <a:spLocks noGrp="1"/>
          </p:cNvSpPr>
          <p:nvPr>
            <p:ph type="body" sz="quarter" idx="78" hasCustomPrompt="1"/>
          </p:nvPr>
        </p:nvSpPr>
        <p:spPr>
          <a:xfrm>
            <a:off x="12649897" y="17870487"/>
            <a:ext cx="10671048" cy="4055084"/>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ts val="1021"/>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a:t>
            </a:r>
            <a:r>
              <a:rPr lang="en-US" dirty="0" err="1"/>
              <a:t>exeremod</a:t>
            </a:r>
            <a:r>
              <a:rPr lang="en-US" dirty="0"/>
              <a:t> et </a:t>
            </a:r>
            <a:r>
              <a:rPr lang="en-US" dirty="0" err="1"/>
              <a:t>omnit</a:t>
            </a:r>
            <a:r>
              <a:rPr lang="en-US" dirty="0"/>
              <a:t> </a:t>
            </a:r>
            <a:r>
              <a:rPr lang="en-US" dirty="0" err="1"/>
              <a:t>eatur</a:t>
            </a:r>
            <a:r>
              <a:rPr lang="en-US" dirty="0"/>
              <a:t> </a:t>
            </a:r>
            <a:r>
              <a:rPr lang="en-US" dirty="0" err="1"/>
              <a:t>sa</a:t>
            </a:r>
            <a:r>
              <a:rPr lang="en-US" dirty="0"/>
              <a:t> </a:t>
            </a:r>
            <a:r>
              <a:rPr lang="en-US" dirty="0" err="1"/>
              <a:t>venis</a:t>
            </a:r>
            <a:r>
              <a:rPr lang="en-US" dirty="0"/>
              <a:t> </a:t>
            </a:r>
            <a:r>
              <a:rPr lang="en-US" dirty="0" err="1"/>
              <a:t>eos</a:t>
            </a:r>
            <a:r>
              <a:rPr lang="en-US" dirty="0"/>
              <a:t> alit </a:t>
            </a:r>
            <a:r>
              <a:rPr lang="en-US" dirty="0" err="1"/>
              <a:t>est</a:t>
            </a:r>
            <a:r>
              <a:rPr lang="en-US" dirty="0"/>
              <a:t> </a:t>
            </a:r>
            <a:r>
              <a:rPr lang="en-US" dirty="0" err="1"/>
              <a:t>reicto</a:t>
            </a:r>
            <a:r>
              <a:rPr lang="en-US" dirty="0"/>
              <a:t> </a:t>
            </a:r>
            <a:r>
              <a:rPr lang="en-US" dirty="0" err="1"/>
              <a:t>doluptatum</a:t>
            </a:r>
            <a:r>
              <a:rPr lang="en-US" dirty="0"/>
              <a:t> </a:t>
            </a:r>
            <a:r>
              <a:rPr lang="en-US" dirty="0" err="1"/>
              <a:t>fugia</a:t>
            </a:r>
            <a:r>
              <a:rPr lang="en-US" dirty="0"/>
              <a:t> </a:t>
            </a: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 </a:t>
            </a:r>
            <a:r>
              <a:rPr lang="en-US" dirty="0" err="1"/>
              <a:t>quiam</a:t>
            </a:r>
            <a:r>
              <a:rPr lang="en-US" dirty="0"/>
              <a:t> </a:t>
            </a:r>
            <a:r>
              <a:rPr lang="en-US" dirty="0" err="1"/>
              <a:t>ium</a:t>
            </a:r>
            <a:r>
              <a:rPr lang="en-US" dirty="0"/>
              <a:t> </a:t>
            </a:r>
            <a:r>
              <a:rPr lang="en-US" dirty="0" err="1"/>
              <a:t>ercius</a:t>
            </a:r>
            <a:r>
              <a:rPr lang="en-US" dirty="0"/>
              <a:t> dis ad qui con </a:t>
            </a:r>
            <a:r>
              <a:rPr lang="en-US" dirty="0" err="1"/>
              <a:t>raecabo</a:t>
            </a:r>
            <a:r>
              <a:rPr lang="en-US" dirty="0"/>
              <a:t>. </a:t>
            </a:r>
            <a:r>
              <a:rPr lang="en-US" dirty="0" err="1"/>
              <a:t>Busdam</a:t>
            </a:r>
            <a:r>
              <a:rPr lang="en-US" dirty="0"/>
              <a:t>, am con </a:t>
            </a:r>
            <a:r>
              <a:rPr lang="en-US" dirty="0" err="1"/>
              <a:t>rerum</a:t>
            </a:r>
            <a:r>
              <a:rPr lang="en-US" dirty="0"/>
              <a:t> et </a:t>
            </a:r>
            <a:r>
              <a:rPr lang="en-US" dirty="0" err="1"/>
              <a:t>odi</a:t>
            </a:r>
            <a:r>
              <a:rPr lang="en-US" dirty="0"/>
              <a:t> </a:t>
            </a:r>
            <a:r>
              <a:rPr lang="en-US" dirty="0" err="1"/>
              <a:t>optatetur</a:t>
            </a:r>
            <a:r>
              <a:rPr lang="en-US" dirty="0"/>
              <a:t> </a:t>
            </a:r>
            <a:r>
              <a:rPr lang="en-US" dirty="0" err="1"/>
              <a:t>adi</a:t>
            </a:r>
            <a:r>
              <a:rPr lang="en-US" dirty="0"/>
              <a:t> </a:t>
            </a:r>
            <a:r>
              <a:rPr lang="en-US" dirty="0" err="1"/>
              <a:t>reptam</a:t>
            </a:r>
            <a:r>
              <a:rPr lang="en-US" dirty="0"/>
              <a:t>, </a:t>
            </a:r>
            <a:r>
              <a:rPr lang="en-US" dirty="0" err="1"/>
              <a:t>quidus</a:t>
            </a:r>
            <a:r>
              <a:rPr lang="en-US" dirty="0"/>
              <a:t> </a:t>
            </a:r>
            <a:r>
              <a:rPr lang="en-US" dirty="0" err="1"/>
              <a:t>rerupist</a:t>
            </a:r>
            <a:r>
              <a:rPr lang="en-US" dirty="0"/>
              <a:t>, </a:t>
            </a:r>
            <a:r>
              <a:rPr lang="en-US" dirty="0" err="1"/>
              <a:t>ommolor</a:t>
            </a:r>
            <a:r>
              <a:rPr lang="en-US" dirty="0"/>
              <a:t> </a:t>
            </a:r>
            <a:r>
              <a:rPr lang="en-US" dirty="0" err="1"/>
              <a:t>eptatus</a:t>
            </a:r>
            <a:r>
              <a:rPr lang="en-US" dirty="0"/>
              <a:t>. </a:t>
            </a:r>
            <a:r>
              <a:rPr lang="en-US" dirty="0" err="1"/>
              <a:t>Natur</a:t>
            </a:r>
            <a:r>
              <a:rPr lang="en-US" dirty="0"/>
              <a:t> maximus, quam, </a:t>
            </a:r>
            <a:r>
              <a:rPr lang="en-US" dirty="0" err="1"/>
              <a:t>ute</a:t>
            </a:r>
            <a:r>
              <a:rPr lang="en-US" dirty="0"/>
              <a:t> </a:t>
            </a:r>
            <a:r>
              <a:rPr lang="en-US" dirty="0" err="1"/>
              <a:t>vendendae</a:t>
            </a:r>
            <a:r>
              <a:rPr lang="en-US" dirty="0"/>
              <a:t> </a:t>
            </a:r>
            <a:r>
              <a:rPr lang="en-US" dirty="0" err="1"/>
              <a:t>aut</a:t>
            </a:r>
            <a:r>
              <a:rPr lang="en-US" dirty="0"/>
              <a:t> </a:t>
            </a:r>
            <a:r>
              <a:rPr lang="en-US" dirty="0" err="1"/>
              <a:t>mos</a:t>
            </a:r>
            <a:r>
              <a:rPr lang="en-US" dirty="0"/>
              <a:t> </a:t>
            </a:r>
            <a:r>
              <a:rPr lang="en-US" dirty="0" err="1"/>
              <a:t>quisquiae</a:t>
            </a:r>
            <a:r>
              <a:rPr lang="en-US" dirty="0"/>
              <a:t> </a:t>
            </a:r>
            <a:r>
              <a:rPr lang="en-US" dirty="0" err="1"/>
              <a:t>dolorum</a:t>
            </a:r>
            <a:r>
              <a:rPr lang="en-US" dirty="0"/>
              <a:t> </a:t>
            </a:r>
            <a:r>
              <a:rPr lang="en-US" dirty="0" err="1"/>
              <a:t>undit</a:t>
            </a:r>
            <a:r>
              <a:rPr lang="en-US" dirty="0"/>
              <a:t>, </a:t>
            </a:r>
            <a:r>
              <a:rPr lang="en-US" dirty="0" err="1"/>
              <a:t>niet</a:t>
            </a:r>
            <a:r>
              <a:rPr lang="en-US" dirty="0"/>
              <a:t> </a:t>
            </a:r>
            <a:r>
              <a:rPr lang="en-US" dirty="0" err="1"/>
              <a:t>voluptatur</a:t>
            </a:r>
            <a:r>
              <a:rPr lang="en-US" dirty="0"/>
              <a:t>, </a:t>
            </a:r>
            <a:r>
              <a:rPr lang="en-US" dirty="0" err="1"/>
              <a:t>senditate</a:t>
            </a:r>
            <a:r>
              <a:rPr lang="en-US" dirty="0"/>
              <a:t> </a:t>
            </a:r>
            <a:r>
              <a:rPr lang="en-US" dirty="0" err="1"/>
              <a:t>rero</a:t>
            </a:r>
            <a:r>
              <a:rPr lang="en-US" dirty="0"/>
              <a:t> </a:t>
            </a:r>
            <a:r>
              <a:rPr lang="en-US" dirty="0" err="1"/>
              <a:t>es</a:t>
            </a:r>
            <a:r>
              <a:rPr lang="en-US" dirty="0"/>
              <a:t> </a:t>
            </a:r>
            <a:r>
              <a:rPr lang="en-US" dirty="0" err="1"/>
              <a:t>sunt</a:t>
            </a:r>
            <a:r>
              <a:rPr lang="en-US" dirty="0"/>
              <a:t> </a:t>
            </a:r>
            <a:r>
              <a:rPr lang="en-US" dirty="0" err="1"/>
              <a:t>eritinullo</a:t>
            </a:r>
            <a:r>
              <a:rPr lang="en-US" dirty="0"/>
              <a:t> que </a:t>
            </a:r>
            <a:r>
              <a:rPr lang="en-US" dirty="0" err="1"/>
              <a:t>moditatiae</a:t>
            </a:r>
            <a:r>
              <a:rPr lang="en-US" dirty="0"/>
              <a:t> </a:t>
            </a:r>
            <a:r>
              <a:rPr lang="en-US" dirty="0" err="1"/>
              <a:t>ilignihic</a:t>
            </a:r>
            <a:r>
              <a:rPr lang="en-US" dirty="0"/>
              <a:t> </a:t>
            </a:r>
            <a:r>
              <a:rPr lang="en-US" dirty="0" err="1"/>
              <a:t>torum</a:t>
            </a:r>
            <a:r>
              <a:rPr lang="en-US" dirty="0"/>
              <a:t> </a:t>
            </a:r>
            <a:r>
              <a:rPr lang="en-US" dirty="0" err="1"/>
              <a:t>volo</a:t>
            </a:r>
            <a:r>
              <a:rPr lang="en-US" dirty="0"/>
              <a:t> </a:t>
            </a:r>
            <a:r>
              <a:rPr lang="en-US" dirty="0" err="1"/>
              <a:t>voloriation</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ommodissita</a:t>
            </a:r>
            <a:r>
              <a:rPr lang="en-US" dirty="0"/>
              <a:t> con </a:t>
            </a:r>
            <a:r>
              <a:rPr lang="en-US" dirty="0" err="1"/>
              <a:t>nis</a:t>
            </a:r>
            <a:r>
              <a:rPr lang="en-US" dirty="0"/>
              <a:t> </a:t>
            </a:r>
            <a:r>
              <a:rPr lang="en-US" dirty="0" err="1"/>
              <a:t>simet</a:t>
            </a:r>
            <a:r>
              <a:rPr lang="en-US" dirty="0"/>
              <a:t> ad </a:t>
            </a:r>
            <a:r>
              <a:rPr lang="en-US" dirty="0" err="1"/>
              <a:t>exero</a:t>
            </a:r>
            <a:r>
              <a:rPr lang="en-US" dirty="0"/>
              <a:t> </a:t>
            </a:r>
            <a:r>
              <a:rPr lang="en-US" dirty="0" err="1"/>
              <a:t>berum</a:t>
            </a:r>
            <a:r>
              <a:rPr lang="en-US" dirty="0"/>
              <a:t> qui tem qui </a:t>
            </a:r>
            <a:r>
              <a:rPr lang="en-US" dirty="0" err="1"/>
              <a:t>oditatem</a:t>
            </a:r>
            <a:r>
              <a:rPr lang="en-US" dirty="0"/>
              <a:t> </a:t>
            </a:r>
            <a:r>
              <a:rPr lang="en-US" dirty="0" err="1"/>
              <a:t>fugia</a:t>
            </a:r>
            <a:r>
              <a:rPr lang="en-US" dirty="0"/>
              <a:t> </a:t>
            </a:r>
            <a:r>
              <a:rPr lang="en-US" dirty="0" err="1"/>
              <a:t>volor</a:t>
            </a:r>
            <a:r>
              <a:rPr lang="en-US" dirty="0"/>
              <a:t> re, </a:t>
            </a:r>
            <a:r>
              <a:rPr lang="en-US" dirty="0" err="1"/>
              <a:t>cusamusandi</a:t>
            </a:r>
            <a:r>
              <a:rPr lang="en-US" dirty="0"/>
              <a:t> </a:t>
            </a:r>
            <a:r>
              <a:rPr lang="en-US" dirty="0" err="1"/>
              <a:t>dolecer</a:t>
            </a:r>
            <a:r>
              <a:rPr lang="en-US" dirty="0"/>
              <a:t> </a:t>
            </a:r>
            <a:r>
              <a:rPr lang="en-US" dirty="0" err="1"/>
              <a:t>chitassi</a:t>
            </a:r>
            <a:r>
              <a:rPr lang="en-US" dirty="0"/>
              <a:t> </a:t>
            </a:r>
            <a:r>
              <a:rPr lang="en-US" dirty="0" err="1"/>
              <a:t>siminciunt</a:t>
            </a:r>
            <a:r>
              <a:rPr lang="en-US" dirty="0"/>
              <a:t> </a:t>
            </a:r>
            <a:r>
              <a:rPr lang="en-US" dirty="0" err="1"/>
              <a:t>Natur</a:t>
            </a:r>
            <a:r>
              <a:rPr lang="en-US" dirty="0"/>
              <a:t> maximus, quam, </a:t>
            </a:r>
            <a:r>
              <a:rPr lang="en-US" dirty="0" err="1"/>
              <a:t>ute</a:t>
            </a:r>
            <a:r>
              <a:rPr lang="en-US" dirty="0"/>
              <a:t> </a:t>
            </a:r>
            <a:r>
              <a:rPr lang="en-US" dirty="0" err="1"/>
              <a:t>vendendae</a:t>
            </a:r>
            <a:r>
              <a:rPr lang="en-US" dirty="0"/>
              <a:t> </a:t>
            </a:r>
            <a:r>
              <a:rPr lang="en-US" dirty="0" err="1"/>
              <a:t>aut</a:t>
            </a:r>
            <a:r>
              <a:rPr lang="en-US" dirty="0"/>
              <a:t> </a:t>
            </a:r>
            <a:r>
              <a:rPr lang="en-US" dirty="0" err="1"/>
              <a:t>mos</a:t>
            </a:r>
            <a:r>
              <a:rPr lang="en-US" dirty="0"/>
              <a:t> </a:t>
            </a:r>
            <a:r>
              <a:rPr lang="en-US" dirty="0" err="1"/>
              <a:t>quisquiae</a:t>
            </a:r>
            <a:r>
              <a:rPr lang="en-US" dirty="0"/>
              <a:t> </a:t>
            </a:r>
            <a:r>
              <a:rPr lang="en-US" dirty="0" err="1"/>
              <a:t>dolorum</a:t>
            </a:r>
            <a:r>
              <a:rPr lang="en-US" dirty="0"/>
              <a:t> </a:t>
            </a:r>
            <a:r>
              <a:rPr lang="en-US" dirty="0" err="1"/>
              <a:t>undit</a:t>
            </a:r>
            <a:r>
              <a:rPr lang="en-US" dirty="0"/>
              <a:t>, </a:t>
            </a:r>
            <a:r>
              <a:rPr lang="en-US" dirty="0" err="1"/>
              <a:t>niet</a:t>
            </a:r>
            <a:r>
              <a:rPr lang="en-US" dirty="0"/>
              <a:t> </a:t>
            </a:r>
            <a:r>
              <a:rPr lang="en-US" dirty="0" err="1"/>
              <a:t>voluptatur</a:t>
            </a:r>
            <a:r>
              <a:rPr lang="en-US" dirty="0"/>
              <a:t>, </a:t>
            </a:r>
            <a:r>
              <a:rPr lang="en-US" dirty="0" err="1"/>
              <a:t>senditate</a:t>
            </a:r>
            <a:r>
              <a:rPr lang="en-US" dirty="0"/>
              <a:t> </a:t>
            </a:r>
            <a:r>
              <a:rPr lang="en-US" dirty="0" err="1"/>
              <a:t>rero</a:t>
            </a:r>
            <a:r>
              <a:rPr lang="en-US" dirty="0"/>
              <a:t> </a:t>
            </a:r>
            <a:r>
              <a:rPr lang="en-US" dirty="0" err="1"/>
              <a:t>es</a:t>
            </a:r>
            <a:r>
              <a:rPr lang="en-US" dirty="0"/>
              <a:t> </a:t>
            </a:r>
            <a:r>
              <a:rPr lang="en-US" dirty="0" err="1"/>
              <a:t>sunt</a:t>
            </a:r>
            <a:r>
              <a:rPr lang="en-US" dirty="0"/>
              <a:t> </a:t>
            </a:r>
            <a:r>
              <a:rPr lang="en-US" dirty="0" err="1"/>
              <a:t>eritinullo</a:t>
            </a:r>
            <a:r>
              <a:rPr lang="en-US" dirty="0"/>
              <a:t>.</a:t>
            </a:r>
          </a:p>
        </p:txBody>
      </p:sp>
      <p:sp>
        <p:nvSpPr>
          <p:cNvPr id="118" name="Text Placeholder 7"/>
          <p:cNvSpPr>
            <a:spLocks noGrp="1"/>
          </p:cNvSpPr>
          <p:nvPr>
            <p:ph type="body" sz="quarter" idx="79" hasCustomPrompt="1"/>
          </p:nvPr>
        </p:nvSpPr>
        <p:spPr>
          <a:xfrm>
            <a:off x="12649897" y="22863520"/>
            <a:ext cx="10671048" cy="397160"/>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p>
        </p:txBody>
      </p:sp>
      <p:sp>
        <p:nvSpPr>
          <p:cNvPr id="119" name="Text Placeholder 7"/>
          <p:cNvSpPr>
            <a:spLocks noGrp="1"/>
          </p:cNvSpPr>
          <p:nvPr>
            <p:ph type="body" sz="quarter" idx="80" hasCustomPrompt="1"/>
          </p:nvPr>
        </p:nvSpPr>
        <p:spPr>
          <a:xfrm>
            <a:off x="12649897" y="23356479"/>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382" marR="0" indent="-333382" algn="l" defTabSz="666764" rtl="0" eaLnBrk="1" fontAlgn="base" latinLnBrk="0" hangingPunct="1">
              <a:lnSpc>
                <a:spcPct val="97000"/>
              </a:lnSpc>
              <a:spcBef>
                <a:spcPct val="0"/>
              </a:spcBef>
              <a:spcAft>
                <a:spcPts val="1021"/>
              </a:spcAft>
              <a:buClr>
                <a:srgbClr val="F89D21"/>
              </a:buClr>
              <a:buSzPct val="90000"/>
              <a:buFont typeface="+mj-lt"/>
              <a:buAutoNum type="arabicPeriod"/>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tabLst/>
              <a:defRPr/>
            </a:pPr>
            <a:r>
              <a:rPr lang="en-US" dirty="0"/>
              <a:t>Ad </a:t>
            </a:r>
            <a:r>
              <a:rPr lang="en-US" dirty="0" err="1"/>
              <a:t>etur</a:t>
            </a:r>
            <a:r>
              <a:rPr lang="en-US" dirty="0"/>
              <a:t>, </a:t>
            </a:r>
            <a:r>
              <a:rPr lang="en-US" dirty="0" err="1"/>
              <a:t>velecep</a:t>
            </a:r>
            <a:r>
              <a:rPr lang="en-US" dirty="0"/>
              <a:t> </a:t>
            </a:r>
            <a:r>
              <a:rPr lang="en-US" dirty="0" err="1"/>
              <a:t>erumende</a:t>
            </a:r>
            <a:r>
              <a:rPr lang="en-US" dirty="0"/>
              <a:t> </a:t>
            </a:r>
            <a:r>
              <a:rPr lang="en-US" dirty="0" err="1"/>
              <a:t>voluptatur</a:t>
            </a:r>
            <a:r>
              <a:rPr lang="en-US" dirty="0"/>
              <a:t>? </a:t>
            </a:r>
            <a:r>
              <a:rPr lang="en-US" dirty="0" err="1"/>
              <a:t>Natur</a:t>
            </a:r>
            <a:r>
              <a:rPr lang="en-US" dirty="0"/>
              <a:t> maximus, </a:t>
            </a:r>
            <a:r>
              <a:rPr lang="en-US" dirty="0" err="1"/>
              <a:t>moditatiae</a:t>
            </a:r>
            <a:r>
              <a:rPr lang="en-US" dirty="0"/>
              <a:t> </a:t>
            </a:r>
            <a:r>
              <a:rPr lang="en-US" dirty="0" err="1"/>
              <a:t>ilignihic</a:t>
            </a:r>
            <a:r>
              <a:rPr lang="en-US" dirty="0"/>
              <a:t> </a:t>
            </a:r>
            <a:r>
              <a:rPr lang="en-US" dirty="0" err="1"/>
              <a:t>torum</a:t>
            </a:r>
            <a:r>
              <a:rPr lang="en-US" dirty="0"/>
              <a:t> </a:t>
            </a:r>
            <a:r>
              <a:rPr lang="en-US" dirty="0" err="1"/>
              <a:t>volo</a:t>
            </a:r>
            <a:r>
              <a:rPr lang="en-US" dirty="0"/>
              <a:t> </a:t>
            </a:r>
            <a:r>
              <a:rPr lang="en-US" dirty="0" err="1"/>
              <a:t>voloriation</a:t>
            </a:r>
            <a:r>
              <a:rPr lang="en-US" dirty="0"/>
              <a:t> </a:t>
            </a:r>
            <a:r>
              <a:rPr lang="en-US" dirty="0" err="1"/>
              <a:t>nimus</a:t>
            </a:r>
            <a:r>
              <a:rPr lang="en-US" dirty="0"/>
              <a:t>, </a:t>
            </a:r>
            <a:r>
              <a:rPr lang="en-US" dirty="0" err="1"/>
              <a:t>eatis</a:t>
            </a:r>
            <a:r>
              <a:rPr lang="en-US" dirty="0"/>
              <a:t> </a:t>
            </a:r>
            <a:r>
              <a:rPr lang="en-US" dirty="0" err="1"/>
              <a:t>excesendae</a:t>
            </a:r>
            <a:r>
              <a:rPr lang="en-US" dirty="0"/>
              <a:t> </a:t>
            </a:r>
            <a:r>
              <a:rPr lang="en-US" dirty="0" err="1"/>
              <a:t>nimus</a:t>
            </a:r>
            <a:r>
              <a:rPr lang="en-US" dirty="0"/>
              <a:t>, </a:t>
            </a:r>
            <a:r>
              <a:rPr lang="en-US" dirty="0" err="1"/>
              <a:t>eatis</a:t>
            </a:r>
            <a:r>
              <a:rPr lang="en-US" dirty="0"/>
              <a:t>.</a:t>
            </a:r>
          </a:p>
        </p:txBody>
      </p:sp>
      <p:sp>
        <p:nvSpPr>
          <p:cNvPr id="120" name="Text Placeholder 7"/>
          <p:cNvSpPr>
            <a:spLocks noGrp="1"/>
          </p:cNvSpPr>
          <p:nvPr>
            <p:ph type="body" sz="quarter" idx="81" hasCustomPrompt="1"/>
          </p:nvPr>
        </p:nvSpPr>
        <p:spPr>
          <a:xfrm>
            <a:off x="12649897" y="24157339"/>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382" marR="0" indent="-333382" algn="l" defTabSz="666764" rtl="0" eaLnBrk="1" fontAlgn="base" latinLnBrk="0" hangingPunct="1">
              <a:lnSpc>
                <a:spcPct val="97000"/>
              </a:lnSpc>
              <a:spcBef>
                <a:spcPct val="0"/>
              </a:spcBef>
              <a:spcAft>
                <a:spcPts val="1021"/>
              </a:spcAft>
              <a:buClr>
                <a:srgbClr val="F89D21"/>
              </a:buClr>
              <a:buSzPct val="90000"/>
              <a:buFont typeface="+mj-lt"/>
              <a:buAutoNum type="arabicPeriod" startAt="2"/>
              <a:tabLst/>
              <a:defRPr lang="en-US" sz="2042" b="0" i="0" spc="-22" baseline="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tabLst/>
              <a:defRPr/>
            </a:pP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 </a:t>
            </a:r>
            <a:r>
              <a:rPr lang="en-US" dirty="0" err="1"/>
              <a:t>omni</a:t>
            </a:r>
            <a:r>
              <a:rPr lang="en-US" dirty="0"/>
              <a:t> </a:t>
            </a:r>
            <a:r>
              <a:rPr lang="en-US" dirty="0" err="1"/>
              <a:t>coritiam</a:t>
            </a:r>
            <a:r>
              <a:rPr lang="en-US" dirty="0"/>
              <a:t> </a:t>
            </a:r>
            <a:r>
              <a:rPr lang="en-US" dirty="0" err="1"/>
              <a:t>facculliquam</a:t>
            </a:r>
            <a:r>
              <a:rPr lang="en-US" dirty="0"/>
              <a:t>.</a:t>
            </a:r>
          </a:p>
        </p:txBody>
      </p:sp>
      <p:sp>
        <p:nvSpPr>
          <p:cNvPr id="121" name="Text Placeholder 7"/>
          <p:cNvSpPr>
            <a:spLocks noGrp="1"/>
          </p:cNvSpPr>
          <p:nvPr>
            <p:ph type="body" sz="quarter" idx="82" hasCustomPrompt="1"/>
          </p:nvPr>
        </p:nvSpPr>
        <p:spPr>
          <a:xfrm>
            <a:off x="12649897" y="24957242"/>
            <a:ext cx="10671048" cy="701987"/>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333382" marR="0" indent="-333382" algn="l" defTabSz="666764" rtl="0" eaLnBrk="1" fontAlgn="base" latinLnBrk="0" hangingPunct="1">
              <a:lnSpc>
                <a:spcPct val="97000"/>
              </a:lnSpc>
              <a:spcBef>
                <a:spcPct val="0"/>
              </a:spcBef>
              <a:spcAft>
                <a:spcPct val="0"/>
              </a:spcAft>
              <a:buClr>
                <a:srgbClr val="F89D21"/>
              </a:buClr>
              <a:buSzPct val="90000"/>
              <a:buFont typeface="+mj-lt"/>
              <a:buAutoNum type="arabicPeriod" startAt="3"/>
              <a:tabLst/>
              <a:defRPr lang="en-US" sz="2042" b="0" i="0" spc="-22" baseline="0" smtClean="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mj-lt"/>
              <a:buAutoNum type="arabicPeriod" startAt="3"/>
              <a:tabLst/>
              <a:defRPr/>
            </a:pPr>
            <a:r>
              <a:rPr lang="en-US" dirty="0" err="1"/>
              <a:t>Doluptas</a:t>
            </a:r>
            <a:r>
              <a:rPr lang="en-US" dirty="0"/>
              <a:t> </a:t>
            </a:r>
            <a:r>
              <a:rPr lang="en-US" dirty="0" err="1"/>
              <a:t>dem</a:t>
            </a:r>
            <a:r>
              <a:rPr lang="en-US" dirty="0"/>
              <a:t> core </a:t>
            </a:r>
            <a:r>
              <a:rPr lang="en-US" dirty="0" err="1"/>
              <a:t>nis</a:t>
            </a:r>
            <a:r>
              <a:rPr lang="en-US" dirty="0"/>
              <a:t> </a:t>
            </a:r>
            <a:r>
              <a:rPr lang="en-US" dirty="0" err="1"/>
              <a:t>exero</a:t>
            </a:r>
            <a:r>
              <a:rPr lang="en-US" dirty="0"/>
              <a:t> </a:t>
            </a:r>
            <a:r>
              <a:rPr lang="en-US" dirty="0" err="1"/>
              <a:t>teceptaquam</a:t>
            </a:r>
            <a:r>
              <a:rPr lang="en-US" dirty="0"/>
              <a:t> </a:t>
            </a:r>
            <a:r>
              <a:rPr lang="en-US" dirty="0" err="1"/>
              <a:t>aperuntur</a:t>
            </a:r>
            <a:r>
              <a:rPr lang="en-US" dirty="0"/>
              <a:t> </a:t>
            </a:r>
            <a:r>
              <a:rPr lang="en-US" dirty="0" err="1"/>
              <a:t>saeperf</a:t>
            </a:r>
            <a:r>
              <a:rPr lang="en-US" dirty="0"/>
              <a:t> </a:t>
            </a:r>
            <a:r>
              <a:rPr lang="en-US" dirty="0" err="1"/>
              <a:t>eruptae</a:t>
            </a:r>
            <a:r>
              <a:rPr lang="en-US" dirty="0"/>
              <a:t> </a:t>
            </a:r>
            <a:r>
              <a:rPr lang="en-US" dirty="0" err="1"/>
              <a:t>ctempos</a:t>
            </a:r>
            <a:r>
              <a:rPr lang="en-US" dirty="0"/>
              <a:t> </a:t>
            </a:r>
            <a:r>
              <a:rPr lang="en-US" dirty="0" err="1"/>
              <a:t>apissit</a:t>
            </a:r>
            <a:r>
              <a:rPr lang="en-US" dirty="0"/>
              <a:t> </a:t>
            </a:r>
            <a:r>
              <a:rPr lang="en-US" dirty="0" err="1"/>
              <a:t>aut</a:t>
            </a:r>
            <a:r>
              <a:rPr lang="en-US" dirty="0"/>
              <a:t> </a:t>
            </a:r>
            <a:r>
              <a:rPr lang="en-US" dirty="0" err="1"/>
              <a:t>officitas</a:t>
            </a:r>
            <a:r>
              <a:rPr lang="en-US" dirty="0"/>
              <a:t> quam as </a:t>
            </a:r>
            <a:r>
              <a:rPr lang="en-US" dirty="0" err="1"/>
              <a:t>maximoluptas</a:t>
            </a:r>
            <a:r>
              <a:rPr lang="en-US" dirty="0"/>
              <a:t> </a:t>
            </a:r>
            <a:r>
              <a:rPr lang="en-US" dirty="0" err="1"/>
              <a:t>experer</a:t>
            </a:r>
            <a:r>
              <a:rPr lang="en-US" dirty="0"/>
              <a:t> </a:t>
            </a:r>
            <a:r>
              <a:rPr lang="en-US" dirty="0" err="1"/>
              <a:t>ovitae</a:t>
            </a:r>
            <a:r>
              <a:rPr lang="en-US" dirty="0"/>
              <a:t>.</a:t>
            </a:r>
          </a:p>
        </p:txBody>
      </p:sp>
      <p:sp>
        <p:nvSpPr>
          <p:cNvPr id="122" name="Text Placeholder 7"/>
          <p:cNvSpPr>
            <a:spLocks noGrp="1"/>
          </p:cNvSpPr>
          <p:nvPr>
            <p:ph type="body" sz="quarter" idx="83" hasCustomPrompt="1"/>
          </p:nvPr>
        </p:nvSpPr>
        <p:spPr>
          <a:xfrm>
            <a:off x="12649897" y="26857974"/>
            <a:ext cx="10671048" cy="2226122"/>
          </a:xfrm>
          <a:prstGeom prst="rect">
            <a:avLst/>
          </a:prstGeom>
          <a:noFill/>
          <a:ln w="9525">
            <a:noFill/>
            <a:miter lim="800000"/>
            <a:headEnd/>
            <a:tailEnd/>
          </a:ln>
        </p:spPr>
        <p:txBody>
          <a:bodyPr vert="horz" wrap="square" lIns="274320" tIns="45720" rIns="274320" bIns="45720" numCol="1" anchor="t" anchorCtr="0" compatLnSpc="1">
            <a:prstTxWarp prst="textNoShape">
              <a:avLst/>
            </a:prstTxWarp>
            <a:spAutoFit/>
          </a:bodyPr>
          <a:lstStyle>
            <a:lvl1pPr marL="0" marR="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lang="en-US" sz="2042" b="0" i="0" spc="-22" baseline="0">
                <a:solidFill>
                  <a:srgbClr val="4D4E4D"/>
                </a:solidFill>
                <a:ea typeface="+mj-ea"/>
              </a:defRPr>
            </a:lvl1pPr>
            <a:lvl2pPr marL="989033" indent="0">
              <a:buNone/>
              <a:defRPr lang="en-US" sz="8400" b="1" kern="1200" smtClean="0">
                <a:latin typeface="Arial" charset="0"/>
                <a:ea typeface="+mn-ea"/>
                <a:cs typeface="+mn-cs"/>
              </a:defRPr>
            </a:lvl2pPr>
            <a:lvl3pPr marL="2378124" indent="0">
              <a:buNone/>
              <a:defRPr lang="en-US" sz="8400" b="1" kern="1200" smtClean="0">
                <a:latin typeface="Arial" charset="0"/>
                <a:ea typeface="+mn-ea"/>
                <a:cs typeface="+mn-cs"/>
              </a:defRPr>
            </a:lvl3pPr>
            <a:lvl4pPr marL="3978358" indent="0">
              <a:buNone/>
              <a:defRPr lang="en-US" sz="8400" b="1" kern="1200" smtClean="0">
                <a:latin typeface="Arial" charset="0"/>
                <a:ea typeface="+mn-ea"/>
                <a:cs typeface="+mn-cs"/>
              </a:defRPr>
            </a:lvl4pPr>
            <a:lvl5pPr marL="5578591" indent="0">
              <a:buNone/>
              <a:defRPr lang="en-US" sz="8400" b="1" kern="1200">
                <a:latin typeface="Arial" charset="0"/>
                <a:ea typeface="+mn-ea"/>
                <a:cs typeface="+mn-cs"/>
              </a:defRPr>
            </a:lvl5pPr>
          </a:lstStyle>
          <a:p>
            <a:pPr marL="0" marR="0" lvl="0" indent="0" algn="l" defTabSz="666764" rtl="0" eaLnBrk="1" fontAlgn="base" latinLnBrk="0" hangingPunct="1">
              <a:lnSpc>
                <a:spcPct val="97000"/>
              </a:lnSpc>
              <a:spcBef>
                <a:spcPct val="0"/>
              </a:spcBef>
              <a:spcAft>
                <a:spcPct val="0"/>
              </a:spcAft>
              <a:buClr>
                <a:srgbClr val="F89D21"/>
              </a:buClr>
              <a:buSzPct val="90000"/>
              <a:buFont typeface="Arial-BoldMT" charset="0"/>
              <a:buNone/>
              <a:tabLst/>
              <a:defRPr/>
            </a:pPr>
            <a:r>
              <a:rPr lang="en-US" dirty="0"/>
              <a:t>Type in or paste your text here. </a:t>
            </a:r>
            <a:r>
              <a:rPr lang="en-US" dirty="0" err="1"/>
              <a:t>Nonsequis</a:t>
            </a:r>
            <a:r>
              <a:rPr lang="en-US" dirty="0"/>
              <a:t> mint </a:t>
            </a:r>
            <a:r>
              <a:rPr lang="en-US" dirty="0" err="1"/>
              <a:t>hari</a:t>
            </a:r>
            <a:r>
              <a:rPr lang="en-US" dirty="0"/>
              <a:t> </a:t>
            </a:r>
            <a:r>
              <a:rPr lang="en-US" dirty="0" err="1"/>
              <a:t>descieniet</a:t>
            </a:r>
            <a:r>
              <a:rPr lang="en-US" dirty="0"/>
              <a:t> </a:t>
            </a:r>
            <a:r>
              <a:rPr lang="en-US" dirty="0" err="1"/>
              <a:t>untis</a:t>
            </a:r>
            <a:r>
              <a:rPr lang="en-US" dirty="0"/>
              <a:t> ne </a:t>
            </a:r>
            <a:r>
              <a:rPr lang="en-US" dirty="0" err="1"/>
              <a:t>nisimai</a:t>
            </a:r>
            <a:r>
              <a:rPr lang="en-US" dirty="0"/>
              <a:t> </a:t>
            </a:r>
            <a:r>
              <a:rPr lang="en-US" dirty="0" err="1"/>
              <a:t>oriberene</a:t>
            </a:r>
            <a:r>
              <a:rPr lang="en-US" dirty="0"/>
              <a:t> </a:t>
            </a:r>
            <a:r>
              <a:rPr lang="en-US" dirty="0" err="1"/>
              <a:t>volorporem</a:t>
            </a:r>
            <a:r>
              <a:rPr lang="en-US" dirty="0"/>
              <a:t> </a:t>
            </a:r>
            <a:r>
              <a:rPr lang="en-US" dirty="0" err="1"/>
              <a:t>quia</a:t>
            </a:r>
            <a:r>
              <a:rPr lang="en-US" dirty="0"/>
              <a:t> </a:t>
            </a:r>
            <a:r>
              <a:rPr lang="en-US" dirty="0" err="1"/>
              <a:t>prore</a:t>
            </a:r>
            <a:r>
              <a:rPr lang="en-US" dirty="0"/>
              <a:t> </a:t>
            </a:r>
            <a:r>
              <a:rPr lang="en-US" dirty="0" err="1"/>
              <a:t>volorestrum</a:t>
            </a:r>
            <a:r>
              <a:rPr lang="en-US" dirty="0"/>
              <a:t> quae </a:t>
            </a:r>
            <a:r>
              <a:rPr lang="en-US" dirty="0" err="1"/>
              <a:t>es</a:t>
            </a:r>
            <a:r>
              <a:rPr lang="en-US" dirty="0"/>
              <a:t> </a:t>
            </a:r>
            <a:r>
              <a:rPr lang="en-US" dirty="0" err="1"/>
              <a:t>eum</a:t>
            </a:r>
            <a:r>
              <a:rPr lang="en-US" dirty="0"/>
              <a:t> </a:t>
            </a:r>
            <a:r>
              <a:rPr lang="en-US" dirty="0" err="1"/>
              <a:t>elent</a:t>
            </a:r>
            <a:r>
              <a:rPr lang="en-US" dirty="0"/>
              <a:t> </a:t>
            </a:r>
            <a:r>
              <a:rPr lang="en-US" dirty="0" err="1"/>
              <a:t>verspicatia</a:t>
            </a:r>
            <a:r>
              <a:rPr lang="en-US" dirty="0"/>
              <a:t> </a:t>
            </a:r>
            <a:r>
              <a:rPr lang="en-US" dirty="0" err="1"/>
              <a:t>entiorr</a:t>
            </a:r>
            <a:r>
              <a:rPr lang="en-US" dirty="0"/>
              <a:t> </a:t>
            </a:r>
            <a:r>
              <a:rPr lang="en-US" dirty="0" err="1"/>
              <a:t>oviduciis</a:t>
            </a:r>
            <a:r>
              <a:rPr lang="en-US" dirty="0"/>
              <a:t> pro </a:t>
            </a:r>
            <a:r>
              <a:rPr lang="en-US" dirty="0" err="1"/>
              <a:t>odi</a:t>
            </a:r>
            <a:r>
              <a:rPr lang="en-US" dirty="0"/>
              <a:t> </a:t>
            </a:r>
            <a:r>
              <a:rPr lang="en-US" dirty="0" err="1"/>
              <a:t>nulliqui</a:t>
            </a:r>
            <a:r>
              <a:rPr lang="en-US" dirty="0"/>
              <a:t> </a:t>
            </a:r>
            <a:r>
              <a:rPr lang="en-US" dirty="0" err="1"/>
              <a:t>duciuntiam</a:t>
            </a:r>
            <a:r>
              <a:rPr lang="en-US" dirty="0"/>
              <a:t>, </a:t>
            </a:r>
            <a:r>
              <a:rPr lang="en-US" dirty="0" err="1"/>
              <a:t>sam</a:t>
            </a:r>
            <a:r>
              <a:rPr lang="en-US" dirty="0"/>
              <a:t>, quo test </a:t>
            </a:r>
            <a:r>
              <a:rPr lang="en-US" dirty="0" err="1"/>
              <a:t>autaquo</a:t>
            </a:r>
            <a:r>
              <a:rPr lang="en-US" dirty="0"/>
              <a:t> quod </a:t>
            </a:r>
            <a:r>
              <a:rPr lang="en-US" dirty="0" err="1"/>
              <a:t>eum</a:t>
            </a:r>
            <a:r>
              <a:rPr lang="en-US" dirty="0"/>
              <a:t> </a:t>
            </a:r>
            <a:r>
              <a:rPr lang="en-US" dirty="0" err="1"/>
              <a:t>asperi</a:t>
            </a:r>
            <a:r>
              <a:rPr lang="en-US" dirty="0"/>
              <a:t> as </a:t>
            </a:r>
            <a:r>
              <a:rPr lang="en-US" dirty="0" err="1"/>
              <a:t>dolut</a:t>
            </a:r>
            <a:r>
              <a:rPr lang="en-US" dirty="0"/>
              <a:t> quos </a:t>
            </a:r>
            <a:r>
              <a:rPr lang="en-US" dirty="0" err="1"/>
              <a:t>voluptatur</a:t>
            </a:r>
            <a:r>
              <a:rPr lang="en-US" dirty="0"/>
              <a:t> </a:t>
            </a:r>
            <a:r>
              <a:rPr lang="en-US" dirty="0" err="1"/>
              <a:t>aut</a:t>
            </a:r>
            <a:r>
              <a:rPr lang="en-US" dirty="0"/>
              <a:t> quae </a:t>
            </a:r>
            <a:r>
              <a:rPr lang="en-US" dirty="0" err="1"/>
              <a:t>sint</a:t>
            </a:r>
            <a:r>
              <a:rPr lang="en-US" dirty="0"/>
              <a:t> </a:t>
            </a:r>
            <a:r>
              <a:rPr lang="en-US" dirty="0" err="1"/>
              <a:t>erum</a:t>
            </a:r>
            <a:r>
              <a:rPr lang="en-US" dirty="0"/>
              <a:t> </a:t>
            </a:r>
            <a:r>
              <a:rPr lang="en-US" dirty="0" err="1"/>
              <a:t>eos</a:t>
            </a:r>
            <a:r>
              <a:rPr lang="en-US" dirty="0"/>
              <a:t> </a:t>
            </a:r>
            <a:r>
              <a:rPr lang="en-US" dirty="0" err="1"/>
              <a:t>aborporesti</a:t>
            </a:r>
            <a:r>
              <a:rPr lang="en-US" dirty="0"/>
              <a:t> </a:t>
            </a:r>
            <a:r>
              <a:rPr lang="en-US" dirty="0" err="1"/>
              <a:t>dolum</a:t>
            </a:r>
            <a:r>
              <a:rPr lang="en-US" dirty="0"/>
              <a:t>, que pa </a:t>
            </a:r>
            <a:r>
              <a:rPr lang="en-US" dirty="0" err="1"/>
              <a:t>conecabore</a:t>
            </a:r>
            <a:r>
              <a:rPr lang="en-US" dirty="0"/>
              <a:t> </a:t>
            </a:r>
            <a:r>
              <a:rPr lang="en-US" dirty="0" err="1"/>
              <a:t>nullut</a:t>
            </a:r>
            <a:r>
              <a:rPr lang="en-US" dirty="0"/>
              <a:t> </a:t>
            </a:r>
            <a:r>
              <a:rPr lang="en-US" dirty="0" err="1"/>
              <a:t>ipsae</a:t>
            </a:r>
            <a:r>
              <a:rPr lang="en-US" dirty="0"/>
              <a:t> </a:t>
            </a:r>
            <a:r>
              <a:rPr lang="en-US" dirty="0" err="1"/>
              <a:t>nis</a:t>
            </a:r>
            <a:r>
              <a:rPr lang="en-US" dirty="0"/>
              <a:t> </a:t>
            </a:r>
            <a:r>
              <a:rPr lang="en-US" dirty="0" err="1"/>
              <a:t>debis</a:t>
            </a:r>
            <a:r>
              <a:rPr lang="en-US" dirty="0"/>
              <a:t> </a:t>
            </a:r>
            <a:r>
              <a:rPr lang="en-US" dirty="0" err="1"/>
              <a:t>adi</a:t>
            </a:r>
            <a:r>
              <a:rPr lang="en-US" dirty="0"/>
              <a:t> non </a:t>
            </a:r>
            <a:r>
              <a:rPr lang="en-US" dirty="0" err="1"/>
              <a:t>reperios</a:t>
            </a:r>
            <a:r>
              <a:rPr lang="en-US" dirty="0"/>
              <a:t> </a:t>
            </a:r>
            <a:r>
              <a:rPr lang="en-US" dirty="0" err="1"/>
              <a:t>etur</a:t>
            </a:r>
            <a:r>
              <a:rPr lang="en-US" dirty="0"/>
              <a:t> </a:t>
            </a:r>
            <a:r>
              <a:rPr lang="en-US" dirty="0" err="1"/>
              <a:t>rerum</a:t>
            </a:r>
            <a:r>
              <a:rPr lang="en-US" dirty="0"/>
              <a:t> </a:t>
            </a:r>
            <a:r>
              <a:rPr lang="en-US" dirty="0" err="1"/>
              <a:t>vellabo</a:t>
            </a:r>
            <a:r>
              <a:rPr lang="en-US" dirty="0"/>
              <a:t>. dis ad qui con </a:t>
            </a:r>
            <a:r>
              <a:rPr lang="en-US" dirty="0" err="1"/>
              <a:t>raecabo</a:t>
            </a:r>
            <a:r>
              <a:rPr lang="en-US" dirty="0"/>
              <a:t>. </a:t>
            </a:r>
            <a:r>
              <a:rPr lang="en-US" dirty="0" err="1"/>
              <a:t>Busdam</a:t>
            </a:r>
            <a:r>
              <a:rPr lang="en-US" dirty="0"/>
              <a:t>, am con </a:t>
            </a:r>
            <a:r>
              <a:rPr lang="en-US" dirty="0" err="1"/>
              <a:t>rerum</a:t>
            </a:r>
            <a:r>
              <a:rPr lang="en-US" dirty="0"/>
              <a:t> et </a:t>
            </a:r>
            <a:r>
              <a:rPr lang="en-US" dirty="0" err="1"/>
              <a:t>odi</a:t>
            </a:r>
            <a:r>
              <a:rPr lang="en-US" dirty="0"/>
              <a:t> </a:t>
            </a:r>
            <a:r>
              <a:rPr lang="en-US" dirty="0" err="1"/>
              <a:t>optatetur</a:t>
            </a:r>
            <a:r>
              <a:rPr lang="en-US" dirty="0"/>
              <a:t> </a:t>
            </a:r>
            <a:r>
              <a:rPr lang="en-US" dirty="0" err="1"/>
              <a:t>adi</a:t>
            </a:r>
            <a:r>
              <a:rPr lang="en-US" dirty="0"/>
              <a:t> </a:t>
            </a:r>
            <a:r>
              <a:rPr lang="en-US" dirty="0" err="1"/>
              <a:t>volorep</a:t>
            </a:r>
            <a:r>
              <a:rPr lang="en-US" dirty="0"/>
              <a:t> </a:t>
            </a:r>
            <a:r>
              <a:rPr lang="en-US" dirty="0" err="1"/>
              <a:t>elignisciet</a:t>
            </a:r>
            <a:r>
              <a:rPr lang="en-US" dirty="0"/>
              <a:t> et </a:t>
            </a:r>
            <a:r>
              <a:rPr lang="en-US" dirty="0" err="1"/>
              <a:t>lis</a:t>
            </a:r>
            <a:r>
              <a:rPr lang="en-US" dirty="0"/>
              <a:t> </a:t>
            </a:r>
            <a:r>
              <a:rPr lang="en-US" dirty="0" err="1"/>
              <a:t>consequis</a:t>
            </a:r>
            <a:r>
              <a:rPr lang="en-US" dirty="0"/>
              <a:t> </a:t>
            </a:r>
            <a:r>
              <a:rPr lang="en-US" dirty="0" err="1"/>
              <a:t>dem</a:t>
            </a:r>
            <a:r>
              <a:rPr lang="en-US" dirty="0"/>
              <a:t> </a:t>
            </a:r>
            <a:r>
              <a:rPr lang="en-US" dirty="0" err="1"/>
              <a:t>laut</a:t>
            </a:r>
            <a:r>
              <a:rPr lang="en-US" dirty="0"/>
              <a:t> </a:t>
            </a:r>
            <a:r>
              <a:rPr lang="en-US" dirty="0" err="1"/>
              <a:t>exera</a:t>
            </a:r>
            <a:r>
              <a:rPr lang="en-US" dirty="0"/>
              <a:t> </a:t>
            </a:r>
            <a:r>
              <a:rPr lang="en-US" dirty="0" err="1"/>
              <a:t>cupta</a:t>
            </a:r>
            <a:r>
              <a:rPr lang="en-US" dirty="0"/>
              <a:t> </a:t>
            </a:r>
            <a:r>
              <a:rPr lang="en-US" dirty="0" err="1"/>
              <a:t>eos</a:t>
            </a:r>
            <a:r>
              <a:rPr lang="en-US" dirty="0"/>
              <a:t> </a:t>
            </a:r>
            <a:r>
              <a:rPr lang="en-US" dirty="0" err="1"/>
              <a:t>aborporesti</a:t>
            </a:r>
            <a:r>
              <a:rPr lang="en-US" dirty="0"/>
              <a:t> </a:t>
            </a:r>
            <a:r>
              <a:rPr lang="en-US" dirty="0" err="1"/>
              <a:t>oriberene</a:t>
            </a:r>
            <a:r>
              <a:rPr lang="en-US" dirty="0"/>
              <a:t> </a:t>
            </a:r>
            <a:r>
              <a:rPr lang="en-US" dirty="0" err="1"/>
              <a:t>volorporem</a:t>
            </a:r>
            <a:r>
              <a:rPr lang="en-US" dirty="0"/>
              <a:t>.</a:t>
            </a:r>
          </a:p>
        </p:txBody>
      </p:sp>
      <p:sp>
        <p:nvSpPr>
          <p:cNvPr id="42" name="TextBox 41"/>
          <p:cNvSpPr txBox="1"/>
          <p:nvPr userDrawn="1"/>
        </p:nvSpPr>
        <p:spPr>
          <a:xfrm>
            <a:off x="1321136" y="30517685"/>
            <a:ext cx="3476529" cy="316690"/>
          </a:xfrm>
          <a:prstGeom prst="rect">
            <a:avLst/>
          </a:prstGeom>
          <a:noFill/>
        </p:spPr>
        <p:txBody>
          <a:bodyPr wrap="none" rtlCol="0">
            <a:spAutoFit/>
          </a:bodyPr>
          <a:lstStyle/>
          <a:p>
            <a:r>
              <a:rPr lang="en-US" sz="1458" dirty="0">
                <a:solidFill>
                  <a:srgbClr val="6D6D6C"/>
                </a:solidFill>
              </a:rPr>
              <a:t>© 2022 Illumina, Inc. All rights reserved.</a:t>
            </a:r>
          </a:p>
        </p:txBody>
      </p:sp>
      <p:sp>
        <p:nvSpPr>
          <p:cNvPr id="2" name="Footer Placeholder 1"/>
          <p:cNvSpPr>
            <a:spLocks noGrp="1"/>
          </p:cNvSpPr>
          <p:nvPr>
            <p:ph type="ftr" sz="quarter" idx="84"/>
          </p:nvPr>
        </p:nvSpPr>
        <p:spPr/>
        <p:txBody>
          <a:bodyPr/>
          <a:lstStyle/>
          <a:p>
            <a:r>
              <a:rPr lang="en-US"/>
              <a:t>For Research Use Only.  Not for use in diagnostic procedures.</a:t>
            </a:r>
            <a:endParaRPr lang="en-US" dirty="0"/>
          </a:p>
        </p:txBody>
      </p:sp>
    </p:spTree>
    <p:custDataLst>
      <p:tags r:id="rId1"/>
    </p:custDataLst>
    <p:extLst>
      <p:ext uri="{BB962C8B-B14F-4D97-AF65-F5344CB8AC3E}">
        <p14:creationId xmlns:p14="http://schemas.microsoft.com/office/powerpoint/2010/main" val="206725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13" userDrawn="1">
          <p15:clr>
            <a:srgbClr val="FBAE40"/>
          </p15:clr>
        </p15:guide>
        <p15:guide id="2" pos="849" userDrawn="1">
          <p15:clr>
            <a:srgbClr val="FBAE40"/>
          </p15:clr>
        </p15:guide>
        <p15:guide id="5" pos="7570" userDrawn="1">
          <p15:clr>
            <a:srgbClr val="FBAE40"/>
          </p15:clr>
        </p15:guide>
        <p15:guide id="7" pos="7970" userDrawn="1">
          <p15:clr>
            <a:srgbClr val="FBAE40"/>
          </p15:clr>
        </p15:guide>
        <p15:guide id="8" pos="14688" userDrawn="1">
          <p15:clr>
            <a:srgbClr val="FBAE40"/>
          </p15:clr>
        </p15:guide>
        <p15:guide id="9" orient="horz" pos="1935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Footer Placeholder 1"/>
          <p:cNvSpPr>
            <a:spLocks noGrp="1"/>
          </p:cNvSpPr>
          <p:nvPr>
            <p:ph type="ftr" sz="quarter" idx="3"/>
          </p:nvPr>
        </p:nvSpPr>
        <p:spPr>
          <a:xfrm>
            <a:off x="6603935" y="30325940"/>
            <a:ext cx="11480932" cy="516167"/>
          </a:xfrm>
          <a:prstGeom prst="rect">
            <a:avLst/>
          </a:prstGeom>
        </p:spPr>
        <p:txBody>
          <a:bodyPr vert="horz" wrap="none" lIns="91440" tIns="45720" rIns="91440" bIns="45720" rtlCol="0" anchor="ctr">
            <a:noAutofit/>
          </a:bodyPr>
          <a:lstStyle>
            <a:lvl1pPr algn="ctr">
              <a:defRPr sz="2917" b="1">
                <a:solidFill>
                  <a:schemeClr val="tx1"/>
                </a:solidFill>
              </a:defRPr>
            </a:lvl1pPr>
          </a:lstStyle>
          <a:p>
            <a:r>
              <a:rPr lang="en-US" dirty="0"/>
              <a:t>For Research Use Only.  Not for use in diagnostic procedures.</a:t>
            </a:r>
          </a:p>
        </p:txBody>
      </p:sp>
    </p:spTree>
    <p:custDataLst>
      <p:tags r:id="rId3"/>
    </p:custDataLst>
    <p:extLst>
      <p:ext uri="{BB962C8B-B14F-4D97-AF65-F5344CB8AC3E}">
        <p14:creationId xmlns:p14="http://schemas.microsoft.com/office/powerpoint/2010/main" val="1858238899"/>
      </p:ext>
    </p:extLst>
  </p:cSld>
  <p:clrMap bg1="lt1" tx1="dk1" bg2="lt2" tx2="dk2" accent1="accent1" accent2="accent2" accent3="accent3" accent4="accent4" accent5="accent5" accent6="accent6" hlink="hlink" folHlink="folHlink"/>
  <p:sldLayoutIdLst>
    <p:sldLayoutId id="2147483791" r:id="rId1"/>
  </p:sldLayoutIdLst>
  <p:transition spd="med">
    <p:wipe dir="r"/>
  </p:transition>
  <p:hf sldNum="0" hdr="0" dt="0"/>
  <p:txStyles>
    <p:titleStyle>
      <a:lvl1pPr algn="l" rtl="0" eaLnBrk="1" fontAlgn="base" hangingPunct="1">
        <a:spcBef>
          <a:spcPct val="0"/>
        </a:spcBef>
        <a:spcAft>
          <a:spcPct val="0"/>
        </a:spcAft>
        <a:defRPr sz="8823" b="1" i="0" kern="500" spc="-233" baseline="0">
          <a:solidFill>
            <a:srgbClr val="ED9D2D"/>
          </a:solidFill>
          <a:latin typeface="+mj-lt"/>
          <a:ea typeface="+mj-ea"/>
          <a:cs typeface="Arial"/>
        </a:defRPr>
      </a:lvl1pPr>
      <a:lvl2pPr algn="l" rtl="0" eaLnBrk="1" fontAlgn="base" hangingPunct="1">
        <a:spcBef>
          <a:spcPct val="0"/>
        </a:spcBef>
        <a:spcAft>
          <a:spcPct val="0"/>
        </a:spcAft>
        <a:defRPr sz="11201" b="1">
          <a:solidFill>
            <a:schemeClr val="tx1"/>
          </a:solidFill>
          <a:latin typeface="Arial" charset="0"/>
        </a:defRPr>
      </a:lvl2pPr>
      <a:lvl3pPr algn="l" rtl="0" eaLnBrk="1" fontAlgn="base" hangingPunct="1">
        <a:spcBef>
          <a:spcPct val="0"/>
        </a:spcBef>
        <a:spcAft>
          <a:spcPct val="0"/>
        </a:spcAft>
        <a:defRPr sz="11201" b="1">
          <a:solidFill>
            <a:schemeClr val="tx1"/>
          </a:solidFill>
          <a:latin typeface="Arial" charset="0"/>
        </a:defRPr>
      </a:lvl3pPr>
      <a:lvl4pPr algn="l" rtl="0" eaLnBrk="1" fontAlgn="base" hangingPunct="1">
        <a:spcBef>
          <a:spcPct val="0"/>
        </a:spcBef>
        <a:spcAft>
          <a:spcPct val="0"/>
        </a:spcAft>
        <a:defRPr sz="11201" b="1">
          <a:solidFill>
            <a:schemeClr val="tx1"/>
          </a:solidFill>
          <a:latin typeface="Arial" charset="0"/>
        </a:defRPr>
      </a:lvl4pPr>
      <a:lvl5pPr algn="l" rtl="0" eaLnBrk="1" fontAlgn="base" hangingPunct="1">
        <a:spcBef>
          <a:spcPct val="0"/>
        </a:spcBef>
        <a:spcAft>
          <a:spcPct val="0"/>
        </a:spcAft>
        <a:defRPr sz="11201" b="1">
          <a:solidFill>
            <a:schemeClr val="tx1"/>
          </a:solidFill>
          <a:latin typeface="Arial" charset="0"/>
        </a:defRPr>
      </a:lvl5pPr>
      <a:lvl6pPr marL="2133591" algn="l" rtl="0" eaLnBrk="1" fontAlgn="base" hangingPunct="1">
        <a:spcBef>
          <a:spcPct val="0"/>
        </a:spcBef>
        <a:spcAft>
          <a:spcPct val="0"/>
        </a:spcAft>
        <a:defRPr sz="11201" b="1">
          <a:solidFill>
            <a:schemeClr val="tx1"/>
          </a:solidFill>
          <a:latin typeface="Arial" charset="0"/>
        </a:defRPr>
      </a:lvl6pPr>
      <a:lvl7pPr marL="4267182" algn="l" rtl="0" eaLnBrk="1" fontAlgn="base" hangingPunct="1">
        <a:spcBef>
          <a:spcPct val="0"/>
        </a:spcBef>
        <a:spcAft>
          <a:spcPct val="0"/>
        </a:spcAft>
        <a:defRPr sz="11201" b="1">
          <a:solidFill>
            <a:schemeClr val="tx1"/>
          </a:solidFill>
          <a:latin typeface="Arial" charset="0"/>
        </a:defRPr>
      </a:lvl7pPr>
      <a:lvl8pPr marL="6400773" algn="l" rtl="0" eaLnBrk="1" fontAlgn="base" hangingPunct="1">
        <a:spcBef>
          <a:spcPct val="0"/>
        </a:spcBef>
        <a:spcAft>
          <a:spcPct val="0"/>
        </a:spcAft>
        <a:defRPr sz="11201" b="1">
          <a:solidFill>
            <a:schemeClr val="tx1"/>
          </a:solidFill>
          <a:latin typeface="Arial" charset="0"/>
        </a:defRPr>
      </a:lvl8pPr>
      <a:lvl9pPr marL="8534363" algn="l" rtl="0" eaLnBrk="1" fontAlgn="base" hangingPunct="1">
        <a:spcBef>
          <a:spcPct val="0"/>
        </a:spcBef>
        <a:spcAft>
          <a:spcPct val="0"/>
        </a:spcAft>
        <a:defRPr sz="11201" b="1">
          <a:solidFill>
            <a:schemeClr val="tx1"/>
          </a:solidFill>
          <a:latin typeface="Arial" charset="0"/>
        </a:defRPr>
      </a:lvl9pPr>
    </p:titleStyle>
    <p:bodyStyle>
      <a:lvl1pPr marL="0" indent="0" algn="l" rtl="0" eaLnBrk="1" fontAlgn="base" hangingPunct="1">
        <a:spcBef>
          <a:spcPts val="0"/>
        </a:spcBef>
        <a:spcAft>
          <a:spcPts val="0"/>
        </a:spcAft>
        <a:buClr>
          <a:srgbClr val="F89D21"/>
        </a:buClr>
        <a:buSzPct val="90000"/>
        <a:buFont typeface="Arial-BoldMT" charset="0"/>
        <a:buNone/>
        <a:tabLst/>
        <a:defRPr sz="3889" b="0" kern="500" spc="140" baseline="0">
          <a:solidFill>
            <a:schemeClr val="tx1"/>
          </a:solidFill>
          <a:latin typeface="+mj-lt"/>
          <a:ea typeface="+mn-ea"/>
          <a:cs typeface="Arial"/>
        </a:defRPr>
      </a:lvl1pPr>
      <a:lvl2pPr marL="1600193" indent="0" algn="l" rtl="0" eaLnBrk="1" fontAlgn="base" hangingPunct="1">
        <a:spcBef>
          <a:spcPts val="0"/>
        </a:spcBef>
        <a:spcAft>
          <a:spcPts val="1867"/>
        </a:spcAft>
        <a:buClr>
          <a:schemeClr val="tx1"/>
        </a:buClr>
        <a:buFont typeface="ArialMT" charset="0"/>
        <a:buNone/>
        <a:tabLst/>
        <a:defRPr sz="2722" kern="500" spc="-93" baseline="0">
          <a:solidFill>
            <a:schemeClr val="tx1"/>
          </a:solidFill>
          <a:latin typeface="+mj-lt"/>
          <a:cs typeface="Arial"/>
        </a:defRPr>
      </a:lvl2pPr>
      <a:lvl3pPr marL="4267182" indent="0" algn="l" rtl="0" eaLnBrk="1" fontAlgn="base" hangingPunct="1">
        <a:spcBef>
          <a:spcPts val="0"/>
        </a:spcBef>
        <a:spcAft>
          <a:spcPts val="2800"/>
        </a:spcAft>
        <a:buClr>
          <a:schemeClr val="tx1"/>
        </a:buClr>
        <a:buSzPct val="80000"/>
        <a:buFont typeface="Wingdings" pitchFamily="2" charset="2"/>
        <a:buNone/>
        <a:defRPr sz="7467">
          <a:solidFill>
            <a:schemeClr val="tx1"/>
          </a:solidFill>
          <a:latin typeface="Arial"/>
          <a:cs typeface="Arial"/>
        </a:defRPr>
      </a:lvl3pPr>
      <a:lvl4pPr marL="6400773" indent="0" algn="l" rtl="0" eaLnBrk="1" fontAlgn="base" hangingPunct="1">
        <a:spcBef>
          <a:spcPts val="0"/>
        </a:spcBef>
        <a:spcAft>
          <a:spcPts val="2800"/>
        </a:spcAft>
        <a:buClr>
          <a:schemeClr val="tx1"/>
        </a:buClr>
        <a:buSzPct val="80000"/>
        <a:buFont typeface="Arial" charset="0"/>
        <a:buNone/>
        <a:defRPr sz="7467">
          <a:solidFill>
            <a:schemeClr val="tx1"/>
          </a:solidFill>
          <a:latin typeface="Arial"/>
          <a:cs typeface="Arial"/>
        </a:defRPr>
      </a:lvl4pPr>
      <a:lvl5pPr marL="8534363" indent="0" algn="l" rtl="0" eaLnBrk="1" fontAlgn="base" hangingPunct="1">
        <a:spcBef>
          <a:spcPts val="0"/>
        </a:spcBef>
        <a:spcAft>
          <a:spcPts val="2800"/>
        </a:spcAft>
        <a:buClr>
          <a:srgbClr val="535353"/>
        </a:buClr>
        <a:buFont typeface="Arial" charset="0"/>
        <a:buNone/>
        <a:defRPr sz="7467">
          <a:solidFill>
            <a:schemeClr val="tx1"/>
          </a:solidFill>
          <a:latin typeface="Arial"/>
          <a:cs typeface="Arial"/>
        </a:defRPr>
      </a:lvl5pPr>
      <a:lvl6pPr marL="11764383" indent="-1096429" algn="l" rtl="0" eaLnBrk="1" fontAlgn="base" hangingPunct="1">
        <a:spcBef>
          <a:spcPct val="20000"/>
        </a:spcBef>
        <a:spcAft>
          <a:spcPct val="0"/>
        </a:spcAft>
        <a:buClr>
          <a:srgbClr val="535353"/>
        </a:buClr>
        <a:buFont typeface="Arial" charset="0"/>
        <a:buChar char="-"/>
        <a:defRPr sz="5600">
          <a:solidFill>
            <a:schemeClr val="tx1"/>
          </a:solidFill>
          <a:latin typeface="+mn-lt"/>
        </a:defRPr>
      </a:lvl6pPr>
      <a:lvl7pPr marL="13897973" indent="-1096429" algn="l" rtl="0" eaLnBrk="1" fontAlgn="base" hangingPunct="1">
        <a:spcBef>
          <a:spcPct val="20000"/>
        </a:spcBef>
        <a:spcAft>
          <a:spcPct val="0"/>
        </a:spcAft>
        <a:buClr>
          <a:srgbClr val="535353"/>
        </a:buClr>
        <a:buFont typeface="Arial" charset="0"/>
        <a:buChar char="-"/>
        <a:defRPr sz="5600">
          <a:solidFill>
            <a:schemeClr val="tx1"/>
          </a:solidFill>
          <a:latin typeface="+mn-lt"/>
        </a:defRPr>
      </a:lvl7pPr>
      <a:lvl8pPr marL="16031565" indent="-1096429" algn="l" rtl="0" eaLnBrk="1" fontAlgn="base" hangingPunct="1">
        <a:spcBef>
          <a:spcPct val="20000"/>
        </a:spcBef>
        <a:spcAft>
          <a:spcPct val="0"/>
        </a:spcAft>
        <a:buClr>
          <a:srgbClr val="535353"/>
        </a:buClr>
        <a:buFont typeface="Arial" charset="0"/>
        <a:buChar char="-"/>
        <a:defRPr sz="5600">
          <a:solidFill>
            <a:schemeClr val="tx1"/>
          </a:solidFill>
          <a:latin typeface="+mn-lt"/>
        </a:defRPr>
      </a:lvl8pPr>
      <a:lvl9pPr marL="18165156" indent="-1096429" algn="l" rtl="0" eaLnBrk="1" fontAlgn="base" hangingPunct="1">
        <a:spcBef>
          <a:spcPct val="20000"/>
        </a:spcBef>
        <a:spcAft>
          <a:spcPct val="0"/>
        </a:spcAft>
        <a:buClr>
          <a:srgbClr val="535353"/>
        </a:buClr>
        <a:buFont typeface="Arial" charset="0"/>
        <a:buChar char="-"/>
        <a:defRPr sz="5600">
          <a:solidFill>
            <a:schemeClr val="tx1"/>
          </a:solidFill>
          <a:latin typeface="+mn-lt"/>
        </a:defRPr>
      </a:lvl9pPr>
    </p:bodyStyle>
    <p:otherStyle>
      <a:defPPr>
        <a:defRPr lang="en-US"/>
      </a:defPPr>
      <a:lvl1pPr marL="0" algn="l" defTabSz="4267182" rtl="0" eaLnBrk="1" latinLnBrk="0" hangingPunct="1">
        <a:defRPr sz="8400" kern="1200">
          <a:solidFill>
            <a:schemeClr val="tx1"/>
          </a:solidFill>
          <a:latin typeface="+mn-lt"/>
          <a:ea typeface="+mn-ea"/>
          <a:cs typeface="+mn-cs"/>
        </a:defRPr>
      </a:lvl1pPr>
      <a:lvl2pPr marL="2133591" algn="l" defTabSz="4267182" rtl="0" eaLnBrk="1" latinLnBrk="0" hangingPunct="1">
        <a:defRPr sz="8400" kern="1200">
          <a:solidFill>
            <a:schemeClr val="tx1"/>
          </a:solidFill>
          <a:latin typeface="+mn-lt"/>
          <a:ea typeface="+mn-ea"/>
          <a:cs typeface="+mn-cs"/>
        </a:defRPr>
      </a:lvl2pPr>
      <a:lvl3pPr marL="4267182" algn="l" defTabSz="4267182" rtl="0" eaLnBrk="1" latinLnBrk="0" hangingPunct="1">
        <a:defRPr sz="8400" kern="1200">
          <a:solidFill>
            <a:schemeClr val="tx1"/>
          </a:solidFill>
          <a:latin typeface="+mn-lt"/>
          <a:ea typeface="+mn-ea"/>
          <a:cs typeface="+mn-cs"/>
        </a:defRPr>
      </a:lvl3pPr>
      <a:lvl4pPr marL="6400773" algn="l" defTabSz="4267182" rtl="0" eaLnBrk="1" latinLnBrk="0" hangingPunct="1">
        <a:defRPr sz="8400" kern="1200">
          <a:solidFill>
            <a:schemeClr val="tx1"/>
          </a:solidFill>
          <a:latin typeface="+mn-lt"/>
          <a:ea typeface="+mn-ea"/>
          <a:cs typeface="+mn-cs"/>
        </a:defRPr>
      </a:lvl4pPr>
      <a:lvl5pPr marL="8534363" algn="l" defTabSz="4267182" rtl="0" eaLnBrk="1" latinLnBrk="0" hangingPunct="1">
        <a:defRPr sz="8400" kern="1200">
          <a:solidFill>
            <a:schemeClr val="tx1"/>
          </a:solidFill>
          <a:latin typeface="+mn-lt"/>
          <a:ea typeface="+mn-ea"/>
          <a:cs typeface="+mn-cs"/>
        </a:defRPr>
      </a:lvl5pPr>
      <a:lvl6pPr marL="10667955" algn="l" defTabSz="4267182" rtl="0" eaLnBrk="1" latinLnBrk="0" hangingPunct="1">
        <a:defRPr sz="8400" kern="1200">
          <a:solidFill>
            <a:schemeClr val="tx1"/>
          </a:solidFill>
          <a:latin typeface="+mn-lt"/>
          <a:ea typeface="+mn-ea"/>
          <a:cs typeface="+mn-cs"/>
        </a:defRPr>
      </a:lvl6pPr>
      <a:lvl7pPr marL="12801545" algn="l" defTabSz="4267182" rtl="0" eaLnBrk="1" latinLnBrk="0" hangingPunct="1">
        <a:defRPr sz="8400" kern="1200">
          <a:solidFill>
            <a:schemeClr val="tx1"/>
          </a:solidFill>
          <a:latin typeface="+mn-lt"/>
          <a:ea typeface="+mn-ea"/>
          <a:cs typeface="+mn-cs"/>
        </a:defRPr>
      </a:lvl7pPr>
      <a:lvl8pPr marL="14935136" algn="l" defTabSz="4267182" rtl="0" eaLnBrk="1" latinLnBrk="0" hangingPunct="1">
        <a:defRPr sz="8400" kern="1200">
          <a:solidFill>
            <a:schemeClr val="tx1"/>
          </a:solidFill>
          <a:latin typeface="+mn-lt"/>
          <a:ea typeface="+mn-ea"/>
          <a:cs typeface="+mn-cs"/>
        </a:defRPr>
      </a:lvl8pPr>
      <a:lvl9pPr marL="17068726" algn="l" defTabSz="4267182" rtl="0" eaLnBrk="1" latinLnBrk="0" hangingPunct="1">
        <a:defRPr sz="8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itle 1174"/>
          <p:cNvSpPr>
            <a:spLocks noGrp="1"/>
          </p:cNvSpPr>
          <p:nvPr>
            <p:ph type="title"/>
          </p:nvPr>
        </p:nvSpPr>
        <p:spPr/>
        <p:txBody>
          <a:bodyPr/>
          <a:lstStyle/>
          <a:p>
            <a:endParaRPr lang="en-US" dirty="0"/>
          </a:p>
        </p:txBody>
      </p:sp>
      <p:sp>
        <p:nvSpPr>
          <p:cNvPr id="1176" name="Text Placeholder 1175"/>
          <p:cNvSpPr>
            <a:spLocks noGrp="1"/>
          </p:cNvSpPr>
          <p:nvPr>
            <p:ph type="body" sz="quarter" idx="11"/>
          </p:nvPr>
        </p:nvSpPr>
        <p:spPr/>
        <p:txBody>
          <a:bodyPr/>
          <a:lstStyle/>
          <a:p>
            <a:endParaRPr lang="en-US"/>
          </a:p>
        </p:txBody>
      </p:sp>
      <p:sp>
        <p:nvSpPr>
          <p:cNvPr id="1177" name="Text Placeholder 1176"/>
          <p:cNvSpPr>
            <a:spLocks noGrp="1"/>
          </p:cNvSpPr>
          <p:nvPr>
            <p:ph type="body" sz="quarter" idx="12"/>
          </p:nvPr>
        </p:nvSpPr>
        <p:spPr/>
        <p:txBody>
          <a:bodyPr/>
          <a:lstStyle/>
          <a:p>
            <a:endParaRPr lang="en-US" dirty="0">
              <a:solidFill>
                <a:schemeClr val="bg2">
                  <a:lumMod val="50000"/>
                </a:schemeClr>
              </a:solidFill>
            </a:endParaRPr>
          </a:p>
        </p:txBody>
      </p:sp>
      <p:sp>
        <p:nvSpPr>
          <p:cNvPr id="1178" name="Text Placeholder 1177"/>
          <p:cNvSpPr>
            <a:spLocks noGrp="1"/>
          </p:cNvSpPr>
          <p:nvPr>
            <p:ph type="body" sz="quarter" idx="51"/>
          </p:nvPr>
        </p:nvSpPr>
        <p:spPr>
          <a:gradFill>
            <a:gsLst>
              <a:gs pos="0">
                <a:srgbClr val="6D6D6C"/>
              </a:gs>
              <a:gs pos="97000">
                <a:schemeClr val="tx1">
                  <a:lumMod val="85000"/>
                  <a:lumOff val="15000"/>
                </a:schemeClr>
              </a:gs>
            </a:gsLst>
            <a:lin ang="0" scaled="0"/>
          </a:gradFill>
        </p:spPr>
        <p:txBody>
          <a:bodyPr/>
          <a:lstStyle/>
          <a:p>
            <a:endParaRPr lang="en-US" dirty="0"/>
          </a:p>
        </p:txBody>
      </p:sp>
      <p:sp>
        <p:nvSpPr>
          <p:cNvPr id="1179" name="Text Placeholder 1178"/>
          <p:cNvSpPr>
            <a:spLocks noGrp="1"/>
          </p:cNvSpPr>
          <p:nvPr>
            <p:ph type="body" sz="quarter" idx="52"/>
          </p:nvPr>
        </p:nvSpPr>
        <p:spPr>
          <a:xfrm>
            <a:off x="1345211" y="4912345"/>
            <a:ext cx="10671048" cy="397160"/>
          </a:xfrm>
        </p:spPr>
        <p:txBody>
          <a:bodyPr/>
          <a:lstStyle/>
          <a:p>
            <a:endParaRPr lang="en-US" dirty="0"/>
          </a:p>
        </p:txBody>
      </p:sp>
      <p:sp>
        <p:nvSpPr>
          <p:cNvPr id="1180" name="Text Placeholder 1179"/>
          <p:cNvSpPr>
            <a:spLocks noGrp="1"/>
          </p:cNvSpPr>
          <p:nvPr>
            <p:ph type="body" sz="quarter" idx="53"/>
          </p:nvPr>
        </p:nvSpPr>
        <p:spPr>
          <a:gradFill>
            <a:gsLst>
              <a:gs pos="0">
                <a:srgbClr val="6D6D6C"/>
              </a:gs>
              <a:gs pos="98000">
                <a:schemeClr val="tx1">
                  <a:lumMod val="85000"/>
                  <a:lumOff val="15000"/>
                </a:schemeClr>
              </a:gs>
            </a:gsLst>
            <a:lin ang="0" scaled="0"/>
          </a:gradFill>
        </p:spPr>
        <p:txBody>
          <a:bodyPr/>
          <a:lstStyle/>
          <a:p>
            <a:endParaRPr lang="en-US" dirty="0"/>
          </a:p>
        </p:txBody>
      </p:sp>
      <p:sp>
        <p:nvSpPr>
          <p:cNvPr id="1181" name="Text Placeholder 1180"/>
          <p:cNvSpPr>
            <a:spLocks noGrp="1"/>
          </p:cNvSpPr>
          <p:nvPr>
            <p:ph type="body" sz="quarter" idx="54"/>
          </p:nvPr>
        </p:nvSpPr>
        <p:spPr/>
        <p:txBody>
          <a:bodyPr/>
          <a:lstStyle/>
          <a:p>
            <a:endParaRPr lang="en-US"/>
          </a:p>
        </p:txBody>
      </p:sp>
      <p:sp>
        <p:nvSpPr>
          <p:cNvPr id="1182" name="Text Placeholder 1181"/>
          <p:cNvSpPr>
            <a:spLocks noGrp="1"/>
          </p:cNvSpPr>
          <p:nvPr>
            <p:ph type="body" sz="quarter" idx="55"/>
          </p:nvPr>
        </p:nvSpPr>
        <p:spPr>
          <a:xfrm>
            <a:off x="1345211" y="8190950"/>
            <a:ext cx="10671048" cy="397160"/>
          </a:xfrm>
        </p:spPr>
        <p:txBody>
          <a:bodyPr/>
          <a:lstStyle/>
          <a:p>
            <a:endParaRPr lang="en-US"/>
          </a:p>
        </p:txBody>
      </p:sp>
      <p:sp>
        <p:nvSpPr>
          <p:cNvPr id="1183" name="Text Placeholder 1182"/>
          <p:cNvSpPr>
            <a:spLocks noGrp="1"/>
          </p:cNvSpPr>
          <p:nvPr>
            <p:ph type="body" sz="quarter" idx="57"/>
          </p:nvPr>
        </p:nvSpPr>
        <p:spPr>
          <a:xfrm>
            <a:off x="1345211" y="8990358"/>
            <a:ext cx="10671048" cy="397160"/>
          </a:xfrm>
        </p:spPr>
        <p:txBody>
          <a:bodyPr/>
          <a:lstStyle/>
          <a:p>
            <a:endParaRPr lang="en-US"/>
          </a:p>
        </p:txBody>
      </p:sp>
      <p:sp>
        <p:nvSpPr>
          <p:cNvPr id="1184" name="Text Placeholder 1183"/>
          <p:cNvSpPr>
            <a:spLocks noGrp="1"/>
          </p:cNvSpPr>
          <p:nvPr>
            <p:ph type="body" sz="quarter" idx="58"/>
          </p:nvPr>
        </p:nvSpPr>
        <p:spPr/>
        <p:txBody>
          <a:bodyPr/>
          <a:lstStyle/>
          <a:p>
            <a:endParaRPr lang="en-US"/>
          </a:p>
        </p:txBody>
      </p:sp>
      <p:sp>
        <p:nvSpPr>
          <p:cNvPr id="1185" name="Text Placeholder 1184"/>
          <p:cNvSpPr>
            <a:spLocks noGrp="1"/>
          </p:cNvSpPr>
          <p:nvPr>
            <p:ph type="body" sz="quarter" idx="59"/>
          </p:nvPr>
        </p:nvSpPr>
        <p:spPr>
          <a:xfrm>
            <a:off x="1345211" y="13391256"/>
            <a:ext cx="10671048" cy="397160"/>
          </a:xfrm>
        </p:spPr>
        <p:txBody>
          <a:bodyPr/>
          <a:lstStyle/>
          <a:p>
            <a:endParaRPr lang="en-US"/>
          </a:p>
        </p:txBody>
      </p:sp>
      <p:sp>
        <p:nvSpPr>
          <p:cNvPr id="1186" name="Text Placeholder 1185"/>
          <p:cNvSpPr>
            <a:spLocks noGrp="1"/>
          </p:cNvSpPr>
          <p:nvPr>
            <p:ph type="body" sz="quarter" idx="60"/>
          </p:nvPr>
        </p:nvSpPr>
        <p:spPr>
          <a:xfrm>
            <a:off x="1345211" y="14495582"/>
            <a:ext cx="10671048" cy="397160"/>
          </a:xfrm>
        </p:spPr>
        <p:txBody>
          <a:bodyPr/>
          <a:lstStyle/>
          <a:p>
            <a:endParaRPr lang="en-US"/>
          </a:p>
        </p:txBody>
      </p:sp>
      <p:sp>
        <p:nvSpPr>
          <p:cNvPr id="1187" name="Text Placeholder 1186"/>
          <p:cNvSpPr>
            <a:spLocks noGrp="1"/>
          </p:cNvSpPr>
          <p:nvPr>
            <p:ph type="body" sz="quarter" idx="61"/>
          </p:nvPr>
        </p:nvSpPr>
        <p:spPr>
          <a:gradFill>
            <a:gsLst>
              <a:gs pos="0">
                <a:srgbClr val="6D6D6C"/>
              </a:gs>
              <a:gs pos="98000">
                <a:schemeClr val="tx1">
                  <a:lumMod val="85000"/>
                  <a:lumOff val="15000"/>
                </a:schemeClr>
              </a:gs>
            </a:gsLst>
            <a:lin ang="0" scaled="0"/>
          </a:gradFill>
        </p:spPr>
        <p:txBody>
          <a:bodyPr/>
          <a:lstStyle/>
          <a:p>
            <a:endParaRPr lang="en-US"/>
          </a:p>
        </p:txBody>
      </p:sp>
      <p:sp>
        <p:nvSpPr>
          <p:cNvPr id="1188" name="Text Placeholder 1187"/>
          <p:cNvSpPr>
            <a:spLocks noGrp="1"/>
          </p:cNvSpPr>
          <p:nvPr>
            <p:ph type="body" sz="quarter" idx="62"/>
          </p:nvPr>
        </p:nvSpPr>
        <p:spPr/>
        <p:txBody>
          <a:bodyPr/>
          <a:lstStyle/>
          <a:p>
            <a:endParaRPr lang="en-US"/>
          </a:p>
        </p:txBody>
      </p:sp>
      <p:sp>
        <p:nvSpPr>
          <p:cNvPr id="1189" name="Text Placeholder 1188"/>
          <p:cNvSpPr>
            <a:spLocks noGrp="1"/>
          </p:cNvSpPr>
          <p:nvPr>
            <p:ph type="body" sz="quarter" idx="63"/>
          </p:nvPr>
        </p:nvSpPr>
        <p:spPr>
          <a:xfrm>
            <a:off x="1345211" y="18191946"/>
            <a:ext cx="10671048" cy="397160"/>
          </a:xfrm>
        </p:spPr>
        <p:txBody>
          <a:bodyPr/>
          <a:lstStyle/>
          <a:p>
            <a:endParaRPr lang="en-US"/>
          </a:p>
        </p:txBody>
      </p:sp>
      <p:sp>
        <p:nvSpPr>
          <p:cNvPr id="1190" name="Text Placeholder 1189"/>
          <p:cNvSpPr>
            <a:spLocks noGrp="1"/>
          </p:cNvSpPr>
          <p:nvPr>
            <p:ph type="body" sz="quarter" idx="64"/>
          </p:nvPr>
        </p:nvSpPr>
        <p:spPr/>
        <p:txBody>
          <a:bodyPr/>
          <a:lstStyle/>
          <a:p>
            <a:endParaRPr lang="en-US"/>
          </a:p>
        </p:txBody>
      </p:sp>
      <p:sp>
        <p:nvSpPr>
          <p:cNvPr id="1191" name="Text Placeholder 1190"/>
          <p:cNvSpPr>
            <a:spLocks noGrp="1"/>
          </p:cNvSpPr>
          <p:nvPr>
            <p:ph type="body" sz="quarter" idx="65"/>
          </p:nvPr>
        </p:nvSpPr>
        <p:spPr>
          <a:xfrm>
            <a:off x="1345211" y="19804618"/>
            <a:ext cx="10671048" cy="397160"/>
          </a:xfrm>
        </p:spPr>
        <p:txBody>
          <a:bodyPr/>
          <a:lstStyle/>
          <a:p>
            <a:endParaRPr lang="en-US"/>
          </a:p>
        </p:txBody>
      </p:sp>
      <p:sp>
        <p:nvSpPr>
          <p:cNvPr id="1192" name="Text Placeholder 1191"/>
          <p:cNvSpPr>
            <a:spLocks noGrp="1"/>
          </p:cNvSpPr>
          <p:nvPr>
            <p:ph type="body" sz="quarter" idx="66"/>
          </p:nvPr>
        </p:nvSpPr>
        <p:spPr/>
        <p:txBody>
          <a:bodyPr/>
          <a:lstStyle/>
          <a:p>
            <a:endParaRPr lang="en-US"/>
          </a:p>
        </p:txBody>
      </p:sp>
      <p:sp>
        <p:nvSpPr>
          <p:cNvPr id="1193" name="Text Placeholder 1192"/>
          <p:cNvSpPr>
            <a:spLocks noGrp="1"/>
          </p:cNvSpPr>
          <p:nvPr>
            <p:ph type="body" sz="quarter" idx="67"/>
          </p:nvPr>
        </p:nvSpPr>
        <p:spPr>
          <a:xfrm>
            <a:off x="1345211" y="27295291"/>
            <a:ext cx="10671048" cy="397160"/>
          </a:xfrm>
        </p:spPr>
        <p:txBody>
          <a:bodyPr/>
          <a:lstStyle/>
          <a:p>
            <a:endParaRPr lang="en-US"/>
          </a:p>
        </p:txBody>
      </p:sp>
      <p:sp>
        <p:nvSpPr>
          <p:cNvPr id="1194" name="Text Placeholder 1193"/>
          <p:cNvSpPr>
            <a:spLocks noGrp="1"/>
          </p:cNvSpPr>
          <p:nvPr>
            <p:ph type="body" sz="quarter" idx="68"/>
          </p:nvPr>
        </p:nvSpPr>
        <p:spPr>
          <a:xfrm>
            <a:off x="1345211" y="28402380"/>
            <a:ext cx="10671048" cy="397160"/>
          </a:xfrm>
        </p:spPr>
        <p:txBody>
          <a:bodyPr/>
          <a:lstStyle/>
          <a:p>
            <a:endParaRPr lang="en-US"/>
          </a:p>
        </p:txBody>
      </p:sp>
      <p:sp>
        <p:nvSpPr>
          <p:cNvPr id="1195" name="Text Placeholder 1194"/>
          <p:cNvSpPr>
            <a:spLocks noGrp="1"/>
          </p:cNvSpPr>
          <p:nvPr>
            <p:ph type="body" sz="quarter" idx="69"/>
          </p:nvPr>
        </p:nvSpPr>
        <p:spPr>
          <a:xfrm>
            <a:off x="1345211" y="20607588"/>
            <a:ext cx="10671048" cy="397160"/>
          </a:xfrm>
        </p:spPr>
        <p:txBody>
          <a:bodyPr/>
          <a:lstStyle/>
          <a:p>
            <a:endParaRPr lang="en-US" dirty="0"/>
          </a:p>
        </p:txBody>
      </p:sp>
      <p:sp>
        <p:nvSpPr>
          <p:cNvPr id="1196" name="Text Placeholder 1195"/>
          <p:cNvSpPr>
            <a:spLocks noGrp="1"/>
          </p:cNvSpPr>
          <p:nvPr>
            <p:ph type="body" sz="quarter" idx="70"/>
          </p:nvPr>
        </p:nvSpPr>
        <p:spPr>
          <a:gradFill>
            <a:gsLst>
              <a:gs pos="0">
                <a:srgbClr val="6D6D6C"/>
              </a:gs>
              <a:gs pos="98000">
                <a:schemeClr val="tx1">
                  <a:lumMod val="85000"/>
                  <a:lumOff val="15000"/>
                </a:schemeClr>
              </a:gs>
            </a:gsLst>
            <a:lin ang="0" scaled="0"/>
          </a:gradFill>
        </p:spPr>
        <p:txBody>
          <a:bodyPr/>
          <a:lstStyle/>
          <a:p>
            <a:endParaRPr lang="en-US"/>
          </a:p>
        </p:txBody>
      </p:sp>
      <p:sp>
        <p:nvSpPr>
          <p:cNvPr id="1197" name="Text Placeholder 1196"/>
          <p:cNvSpPr>
            <a:spLocks noGrp="1"/>
          </p:cNvSpPr>
          <p:nvPr>
            <p:ph type="body" sz="quarter" idx="71"/>
          </p:nvPr>
        </p:nvSpPr>
        <p:spPr>
          <a:xfrm>
            <a:off x="12649897" y="4912346"/>
            <a:ext cx="10671048" cy="397160"/>
          </a:xfrm>
        </p:spPr>
        <p:txBody>
          <a:bodyPr/>
          <a:lstStyle/>
          <a:p>
            <a:endParaRPr lang="en-US"/>
          </a:p>
        </p:txBody>
      </p:sp>
      <p:sp>
        <p:nvSpPr>
          <p:cNvPr id="1198" name="Text Placeholder 1197"/>
          <p:cNvSpPr>
            <a:spLocks noGrp="1"/>
          </p:cNvSpPr>
          <p:nvPr>
            <p:ph type="body" sz="quarter" idx="72"/>
          </p:nvPr>
        </p:nvSpPr>
        <p:spPr>
          <a:xfrm>
            <a:off x="12649897" y="11075695"/>
            <a:ext cx="10671048" cy="397160"/>
          </a:xfrm>
        </p:spPr>
        <p:txBody>
          <a:bodyPr/>
          <a:lstStyle/>
          <a:p>
            <a:endParaRPr lang="en-US"/>
          </a:p>
        </p:txBody>
      </p:sp>
      <p:sp>
        <p:nvSpPr>
          <p:cNvPr id="1199" name="Text Placeholder 1198"/>
          <p:cNvSpPr>
            <a:spLocks noGrp="1"/>
          </p:cNvSpPr>
          <p:nvPr>
            <p:ph type="body" sz="quarter" idx="73"/>
          </p:nvPr>
        </p:nvSpPr>
        <p:spPr>
          <a:xfrm>
            <a:off x="12649897" y="13094848"/>
            <a:ext cx="10671048" cy="397160"/>
          </a:xfrm>
        </p:spPr>
        <p:txBody>
          <a:bodyPr/>
          <a:lstStyle/>
          <a:p>
            <a:endParaRPr lang="en-US"/>
          </a:p>
        </p:txBody>
      </p:sp>
      <p:sp>
        <p:nvSpPr>
          <p:cNvPr id="1200" name="Text Placeholder 1199"/>
          <p:cNvSpPr>
            <a:spLocks noGrp="1"/>
          </p:cNvSpPr>
          <p:nvPr>
            <p:ph type="body" sz="quarter" idx="74"/>
          </p:nvPr>
        </p:nvSpPr>
        <p:spPr>
          <a:xfrm>
            <a:off x="12649897" y="14811007"/>
            <a:ext cx="10671048" cy="397160"/>
          </a:xfrm>
        </p:spPr>
        <p:txBody>
          <a:bodyPr/>
          <a:lstStyle/>
          <a:p>
            <a:endParaRPr lang="en-US"/>
          </a:p>
        </p:txBody>
      </p:sp>
      <p:sp>
        <p:nvSpPr>
          <p:cNvPr id="1201" name="Text Placeholder 1200"/>
          <p:cNvSpPr>
            <a:spLocks noGrp="1"/>
          </p:cNvSpPr>
          <p:nvPr>
            <p:ph type="body" sz="quarter" idx="75"/>
          </p:nvPr>
        </p:nvSpPr>
        <p:spPr>
          <a:gradFill>
            <a:gsLst>
              <a:gs pos="0">
                <a:srgbClr val="6D6D6C"/>
              </a:gs>
              <a:gs pos="98000">
                <a:schemeClr val="tx1">
                  <a:lumMod val="85000"/>
                  <a:lumOff val="15000"/>
                </a:schemeClr>
              </a:gs>
            </a:gsLst>
            <a:lin ang="0" scaled="0"/>
          </a:gradFill>
        </p:spPr>
        <p:txBody>
          <a:bodyPr/>
          <a:lstStyle/>
          <a:p>
            <a:endParaRPr lang="en-US"/>
          </a:p>
        </p:txBody>
      </p:sp>
      <p:sp>
        <p:nvSpPr>
          <p:cNvPr id="1202" name="Text Placeholder 1201"/>
          <p:cNvSpPr>
            <a:spLocks noGrp="1"/>
          </p:cNvSpPr>
          <p:nvPr>
            <p:ph type="body" sz="quarter" idx="76"/>
          </p:nvPr>
        </p:nvSpPr>
        <p:spPr>
          <a:gradFill>
            <a:gsLst>
              <a:gs pos="0">
                <a:srgbClr val="6D6D6C"/>
              </a:gs>
              <a:gs pos="98000">
                <a:schemeClr val="tx1">
                  <a:lumMod val="85000"/>
                  <a:lumOff val="15000"/>
                </a:schemeClr>
              </a:gs>
            </a:gsLst>
            <a:lin ang="0" scaled="0"/>
          </a:gradFill>
        </p:spPr>
        <p:txBody>
          <a:bodyPr/>
          <a:lstStyle/>
          <a:p>
            <a:endParaRPr lang="en-US"/>
          </a:p>
        </p:txBody>
      </p:sp>
      <p:sp>
        <p:nvSpPr>
          <p:cNvPr id="1203" name="Text Placeholder 1202"/>
          <p:cNvSpPr>
            <a:spLocks noGrp="1"/>
          </p:cNvSpPr>
          <p:nvPr>
            <p:ph type="body" sz="quarter" idx="77"/>
          </p:nvPr>
        </p:nvSpPr>
        <p:spPr>
          <a:gradFill>
            <a:gsLst>
              <a:gs pos="0">
                <a:srgbClr val="6D6D6C"/>
              </a:gs>
              <a:gs pos="98000">
                <a:schemeClr val="tx1">
                  <a:lumMod val="85000"/>
                  <a:lumOff val="15000"/>
                </a:schemeClr>
              </a:gs>
            </a:gsLst>
            <a:lin ang="0" scaled="0"/>
          </a:gradFill>
        </p:spPr>
        <p:txBody>
          <a:bodyPr/>
          <a:lstStyle/>
          <a:p>
            <a:endParaRPr lang="en-US"/>
          </a:p>
        </p:txBody>
      </p:sp>
      <p:sp>
        <p:nvSpPr>
          <p:cNvPr id="1204" name="Text Placeholder 1203"/>
          <p:cNvSpPr>
            <a:spLocks noGrp="1"/>
          </p:cNvSpPr>
          <p:nvPr>
            <p:ph type="body" sz="quarter" idx="78"/>
          </p:nvPr>
        </p:nvSpPr>
        <p:spPr>
          <a:xfrm>
            <a:off x="12649897" y="17870487"/>
            <a:ext cx="10671048" cy="397160"/>
          </a:xfrm>
        </p:spPr>
        <p:txBody>
          <a:bodyPr/>
          <a:lstStyle/>
          <a:p>
            <a:endParaRPr lang="en-US"/>
          </a:p>
        </p:txBody>
      </p:sp>
      <p:sp>
        <p:nvSpPr>
          <p:cNvPr id="1205" name="Text Placeholder 1204"/>
          <p:cNvSpPr>
            <a:spLocks noGrp="1"/>
          </p:cNvSpPr>
          <p:nvPr>
            <p:ph type="body" sz="quarter" idx="79"/>
          </p:nvPr>
        </p:nvSpPr>
        <p:spPr/>
        <p:txBody>
          <a:bodyPr/>
          <a:lstStyle/>
          <a:p>
            <a:endParaRPr lang="en-US"/>
          </a:p>
        </p:txBody>
      </p:sp>
      <p:sp>
        <p:nvSpPr>
          <p:cNvPr id="1206" name="Text Placeholder 1205"/>
          <p:cNvSpPr>
            <a:spLocks noGrp="1"/>
          </p:cNvSpPr>
          <p:nvPr>
            <p:ph type="body" sz="quarter" idx="80"/>
          </p:nvPr>
        </p:nvSpPr>
        <p:spPr>
          <a:xfrm>
            <a:off x="12641411" y="23356478"/>
            <a:ext cx="10374630" cy="397160"/>
          </a:xfrm>
        </p:spPr>
        <p:txBody>
          <a:bodyPr/>
          <a:lstStyle/>
          <a:p>
            <a:pPr>
              <a:buClr>
                <a:srgbClr val="F89F00"/>
              </a:buClr>
              <a:buSzPct val="110000"/>
            </a:pPr>
            <a:endParaRPr lang="en-US" dirty="0"/>
          </a:p>
        </p:txBody>
      </p:sp>
      <p:sp>
        <p:nvSpPr>
          <p:cNvPr id="1207" name="Text Placeholder 1206"/>
          <p:cNvSpPr>
            <a:spLocks noGrp="1"/>
          </p:cNvSpPr>
          <p:nvPr>
            <p:ph type="body" sz="quarter" idx="81"/>
          </p:nvPr>
        </p:nvSpPr>
        <p:spPr>
          <a:xfrm>
            <a:off x="12641411" y="24157339"/>
            <a:ext cx="10374630" cy="397160"/>
          </a:xfrm>
        </p:spPr>
        <p:txBody>
          <a:bodyPr/>
          <a:lstStyle/>
          <a:p>
            <a:pPr>
              <a:buSzPct val="110000"/>
            </a:pPr>
            <a:endParaRPr lang="en-US" dirty="0"/>
          </a:p>
        </p:txBody>
      </p:sp>
      <p:sp>
        <p:nvSpPr>
          <p:cNvPr id="1208" name="Text Placeholder 1207"/>
          <p:cNvSpPr>
            <a:spLocks noGrp="1"/>
          </p:cNvSpPr>
          <p:nvPr>
            <p:ph type="body" sz="quarter" idx="82"/>
          </p:nvPr>
        </p:nvSpPr>
        <p:spPr>
          <a:xfrm>
            <a:off x="12641411" y="24957241"/>
            <a:ext cx="10374630" cy="397160"/>
          </a:xfrm>
        </p:spPr>
        <p:txBody>
          <a:bodyPr/>
          <a:lstStyle/>
          <a:p>
            <a:pPr>
              <a:buSzPct val="110000"/>
            </a:pPr>
            <a:endParaRPr lang="en-US"/>
          </a:p>
        </p:txBody>
      </p:sp>
      <p:sp>
        <p:nvSpPr>
          <p:cNvPr id="1209" name="Text Placeholder 1208"/>
          <p:cNvSpPr>
            <a:spLocks noGrp="1"/>
          </p:cNvSpPr>
          <p:nvPr>
            <p:ph type="body" sz="quarter" idx="83"/>
          </p:nvPr>
        </p:nvSpPr>
        <p:spPr>
          <a:xfrm>
            <a:off x="12649897" y="26857974"/>
            <a:ext cx="10671048" cy="397160"/>
          </a:xfrm>
        </p:spPr>
        <p:txBody>
          <a:bodyPr/>
          <a:lstStyle/>
          <a:p>
            <a:endParaRPr lang="en-US"/>
          </a:p>
        </p:txBody>
      </p:sp>
      <p:graphicFrame>
        <p:nvGraphicFramePr>
          <p:cNvPr id="449" name="Content Placeholder 3"/>
          <p:cNvGraphicFramePr>
            <a:graphicFrameLocks/>
          </p:cNvGraphicFramePr>
          <p:nvPr>
            <p:extLst>
              <p:ext uri="{D42A27DB-BD31-4B8C-83A1-F6EECF244321}">
                <p14:modId xmlns:p14="http://schemas.microsoft.com/office/powerpoint/2010/main" val="685372624"/>
              </p:ext>
            </p:extLst>
          </p:nvPr>
        </p:nvGraphicFramePr>
        <p:xfrm>
          <a:off x="1621755" y="22241778"/>
          <a:ext cx="9859013" cy="40710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50" name="Content Placeholder 4"/>
          <p:cNvGraphicFramePr>
            <a:graphicFrameLocks/>
          </p:cNvGraphicFramePr>
          <p:nvPr>
            <p:extLst>
              <p:ext uri="{D42A27DB-BD31-4B8C-83A1-F6EECF244321}">
                <p14:modId xmlns:p14="http://schemas.microsoft.com/office/powerpoint/2010/main" val="3544123602"/>
              </p:ext>
            </p:extLst>
          </p:nvPr>
        </p:nvGraphicFramePr>
        <p:xfrm>
          <a:off x="12883472" y="8568972"/>
          <a:ext cx="9815556" cy="2152952"/>
        </p:xfrm>
        <a:graphic>
          <a:graphicData uri="http://schemas.openxmlformats.org/drawingml/2006/table">
            <a:tbl>
              <a:tblPr firstRow="1" bandRow="1">
                <a:tableStyleId>{69012ECD-51FC-41F1-AA8D-1B2483CD663E}</a:tableStyleId>
              </a:tblPr>
              <a:tblGrid>
                <a:gridCol w="3271852">
                  <a:extLst>
                    <a:ext uri="{9D8B030D-6E8A-4147-A177-3AD203B41FA5}">
                      <a16:colId xmlns:a16="http://schemas.microsoft.com/office/drawing/2014/main" val="20000"/>
                    </a:ext>
                  </a:extLst>
                </a:gridCol>
                <a:gridCol w="3271852">
                  <a:extLst>
                    <a:ext uri="{9D8B030D-6E8A-4147-A177-3AD203B41FA5}">
                      <a16:colId xmlns:a16="http://schemas.microsoft.com/office/drawing/2014/main" val="20001"/>
                    </a:ext>
                  </a:extLst>
                </a:gridCol>
                <a:gridCol w="3271852">
                  <a:extLst>
                    <a:ext uri="{9D8B030D-6E8A-4147-A177-3AD203B41FA5}">
                      <a16:colId xmlns:a16="http://schemas.microsoft.com/office/drawing/2014/main" val="20002"/>
                    </a:ext>
                  </a:extLst>
                </a:gridCol>
              </a:tblGrid>
              <a:tr h="589733">
                <a:tc>
                  <a:txBody>
                    <a:bodyPr/>
                    <a:lstStyle/>
                    <a:p>
                      <a:pPr algn="ctr"/>
                      <a:r>
                        <a:rPr lang="en-US" sz="2300" dirty="0"/>
                        <a:t>Column Header 1</a:t>
                      </a:r>
                    </a:p>
                  </a:txBody>
                  <a:tcPr marL="121642" marR="121642" marT="60821" marB="6082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FBB400"/>
                        </a:gs>
                        <a:gs pos="100000">
                          <a:srgbClr val="ED8B00"/>
                        </a:gs>
                      </a:gsLst>
                      <a:lin ang="0" scaled="0"/>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dirty="0"/>
                        <a:t>Column Header 2</a:t>
                      </a:r>
                    </a:p>
                  </a:txBody>
                  <a:tcPr marL="121642" marR="121642" marT="60821" marB="6082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dirty="0"/>
                        <a:t>Column Header 3</a:t>
                      </a:r>
                    </a:p>
                  </a:txBody>
                  <a:tcPr marL="121642" marR="121642" marT="60821" marB="6082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100000">
                          <a:srgbClr val="FBB400"/>
                        </a:gs>
                        <a:gs pos="0">
                          <a:srgbClr val="ED8B00"/>
                        </a:gs>
                      </a:gsLst>
                      <a:lin ang="0" scaled="0"/>
                    </a:gradFill>
                  </a:tcPr>
                </a:tc>
                <a:extLst>
                  <a:ext uri="{0D108BD9-81ED-4DB2-BD59-A6C34878D82A}">
                    <a16:rowId xmlns:a16="http://schemas.microsoft.com/office/drawing/2014/main" val="10000"/>
                  </a:ext>
                </a:extLst>
              </a:tr>
              <a:tr h="521073">
                <a:tc>
                  <a:txBody>
                    <a:bodyPr/>
                    <a:lstStyle/>
                    <a:p>
                      <a:pPr algn="ctr"/>
                      <a:r>
                        <a:rPr lang="en-US" sz="2000" dirty="0"/>
                        <a:t>Sample item 1</a:t>
                      </a:r>
                    </a:p>
                  </a:txBody>
                  <a:tcPr marL="121642" marR="121642" marT="60821" marB="60821" anchor="ctr">
                    <a:lnL w="9525" cap="flat" cmpd="sng" algn="ctr">
                      <a:noFill/>
                      <a:prstDash val="solid"/>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a:t>
                      </a:r>
                    </a:p>
                  </a:txBody>
                  <a:tcPr marL="121642" marR="121642" marT="60821" marB="60821" anchor="ctr">
                    <a:lnL>
                      <a:noFill/>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a:t>
                      </a:r>
                    </a:p>
                  </a:txBody>
                  <a:tcPr marL="121642" marR="121642" marT="60821" marB="60821" anchor="ctr">
                    <a:lnL>
                      <a:noFill/>
                    </a:lnL>
                    <a:lnR w="9525" cap="flat" cmpd="sng" algn="ctr">
                      <a:noFill/>
                      <a:prstDash val="solid"/>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21073">
                <a:tc>
                  <a:txBody>
                    <a:bodyPr/>
                    <a:lstStyle/>
                    <a:p>
                      <a:pPr algn="ctr"/>
                      <a:r>
                        <a:rPr lang="en-US" sz="2000" dirty="0"/>
                        <a:t>Sample item 2</a:t>
                      </a:r>
                    </a:p>
                  </a:txBody>
                  <a:tcPr marL="121642" marR="121642" marT="60821" marB="60821" anchor="ctr">
                    <a:lnL w="9525" cap="flat" cmpd="sng" algn="ctr">
                      <a:noFill/>
                      <a:prstDash val="soli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000" dirty="0"/>
                        <a:t>Sample item 2</a:t>
                      </a:r>
                    </a:p>
                  </a:txBody>
                  <a:tcPr marL="121642" marR="121642" marT="60821" marB="60821" anchor="ctr">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000" dirty="0"/>
                        <a:t>Sample item 2</a:t>
                      </a:r>
                    </a:p>
                  </a:txBody>
                  <a:tcPr marL="121642" marR="121642" marT="60821" marB="60821" anchor="ctr">
                    <a:lnL>
                      <a:noFill/>
                    </a:lnL>
                    <a:lnR w="9525" cap="flat" cmpd="sng" algn="ctr">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21073">
                <a:tc>
                  <a:txBody>
                    <a:bodyPr/>
                    <a:lstStyle/>
                    <a:p>
                      <a:pPr algn="ctr"/>
                      <a:r>
                        <a:rPr lang="en-US" sz="2000" dirty="0"/>
                        <a:t>Sample item 3</a:t>
                      </a:r>
                    </a:p>
                  </a:txBody>
                  <a:tcPr marL="121642" marR="121642" marT="60821" marB="60821" anchor="ctr">
                    <a:lnL w="9525" cap="flat" cmpd="sng" algn="ctr">
                      <a:noFill/>
                      <a:prstDash val="solid"/>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3</a:t>
                      </a:r>
                    </a:p>
                  </a:txBody>
                  <a:tcPr marL="121642" marR="121642" marT="60821" marB="60821" anchor="ctr">
                    <a:lnL>
                      <a:noFill/>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13</a:t>
                      </a:r>
                    </a:p>
                  </a:txBody>
                  <a:tcPr marL="121642" marR="121642" marT="60821" marB="60821" anchor="ctr">
                    <a:lnL>
                      <a:noFill/>
                    </a:lnL>
                    <a:lnR w="9525" cap="flat" cmpd="sng" algn="ctr">
                      <a:noFill/>
                      <a:prstDash val="solid"/>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aphicFrame>
        <p:nvGraphicFramePr>
          <p:cNvPr id="451" name="Content Placeholder 4"/>
          <p:cNvGraphicFramePr>
            <a:graphicFrameLocks/>
          </p:cNvGraphicFramePr>
          <p:nvPr>
            <p:extLst>
              <p:ext uri="{D42A27DB-BD31-4B8C-83A1-F6EECF244321}">
                <p14:modId xmlns:p14="http://schemas.microsoft.com/office/powerpoint/2010/main" val="2652832456"/>
              </p:ext>
            </p:extLst>
          </p:nvPr>
        </p:nvGraphicFramePr>
        <p:xfrm>
          <a:off x="12883470" y="6708134"/>
          <a:ext cx="9815558" cy="1564376"/>
        </p:xfrm>
        <a:graphic>
          <a:graphicData uri="http://schemas.openxmlformats.org/drawingml/2006/table">
            <a:tbl>
              <a:tblPr firstRow="1">
                <a:tableStyleId>{17292A2E-F333-43FB-9621-5CBBE7FDCDCB}</a:tableStyleId>
              </a:tblPr>
              <a:tblGrid>
                <a:gridCol w="4907779">
                  <a:extLst>
                    <a:ext uri="{9D8B030D-6E8A-4147-A177-3AD203B41FA5}">
                      <a16:colId xmlns:a16="http://schemas.microsoft.com/office/drawing/2014/main" val="20000"/>
                    </a:ext>
                  </a:extLst>
                </a:gridCol>
                <a:gridCol w="4907779">
                  <a:extLst>
                    <a:ext uri="{9D8B030D-6E8A-4147-A177-3AD203B41FA5}">
                      <a16:colId xmlns:a16="http://schemas.microsoft.com/office/drawing/2014/main" val="20001"/>
                    </a:ext>
                  </a:extLst>
                </a:gridCol>
              </a:tblGrid>
              <a:tr h="565338">
                <a:tc>
                  <a:txBody>
                    <a:bodyPr/>
                    <a:lstStyle/>
                    <a:p>
                      <a:pPr algn="ctr"/>
                      <a:r>
                        <a:rPr lang="en-US" sz="2300" dirty="0"/>
                        <a:t>Column Header 1</a:t>
                      </a:r>
                    </a:p>
                  </a:txBody>
                  <a:tcPr marL="121642" marR="121642" marT="60821" marB="6082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0">
                          <a:srgbClr val="FBB400"/>
                        </a:gs>
                        <a:gs pos="97000">
                          <a:srgbClr val="ED8B00"/>
                        </a:gs>
                      </a:gsLst>
                      <a:lin ang="0" scaled="0"/>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dirty="0"/>
                        <a:t>Column Header 2</a:t>
                      </a:r>
                    </a:p>
                  </a:txBody>
                  <a:tcPr marL="121642" marR="121642" marT="60821" marB="6082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100000">
                          <a:srgbClr val="FBB400"/>
                        </a:gs>
                        <a:gs pos="0">
                          <a:srgbClr val="ED8B00"/>
                        </a:gs>
                      </a:gsLst>
                      <a:lin ang="0" scaled="0"/>
                    </a:gradFill>
                  </a:tcPr>
                </a:tc>
                <a:extLst>
                  <a:ext uri="{0D108BD9-81ED-4DB2-BD59-A6C34878D82A}">
                    <a16:rowId xmlns:a16="http://schemas.microsoft.com/office/drawing/2014/main" val="10000"/>
                  </a:ext>
                </a:extLst>
              </a:tr>
              <a:tr h="499519">
                <a:tc>
                  <a:txBody>
                    <a:bodyPr/>
                    <a:lstStyle/>
                    <a:p>
                      <a:pPr algn="ctr"/>
                      <a:r>
                        <a:rPr lang="en-US" sz="2000" dirty="0"/>
                        <a:t>Sample item 1</a:t>
                      </a:r>
                    </a:p>
                  </a:txBody>
                  <a:tcPr marL="121642" marR="121642" marT="60821" marB="60821" anchor="ctr">
                    <a:lnL w="9525" cap="flat" cmpd="sng" algn="ctr">
                      <a:noFill/>
                      <a:prstDash val="solid"/>
                    </a:lnL>
                    <a:lnR>
                      <a:noFill/>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a:t>
                      </a:r>
                    </a:p>
                  </a:txBody>
                  <a:tcPr marL="121642" marR="121642" marT="60821" marB="60821" anchor="ctr">
                    <a:lnL>
                      <a:noFill/>
                    </a:lnL>
                    <a:lnR w="9525" cap="flat" cmpd="sng" algn="ctr">
                      <a:noFill/>
                      <a:prstDash val="solid"/>
                    </a:lnR>
                    <a:lnT w="190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99519">
                <a:tc>
                  <a:txBody>
                    <a:bodyPr/>
                    <a:lstStyle/>
                    <a:p>
                      <a:pPr algn="ctr"/>
                      <a:r>
                        <a:rPr lang="en-US" sz="2000" dirty="0"/>
                        <a:t>Sample item 2</a:t>
                      </a:r>
                    </a:p>
                  </a:txBody>
                  <a:tcPr marL="121642" marR="121642" marT="60821" marB="60821" anchor="ctr">
                    <a:lnL w="9525" cap="flat" cmpd="sng" algn="ctr">
                      <a:noFill/>
                      <a:prstDash val="solid"/>
                    </a:lnL>
                    <a:lnR>
                      <a:noFill/>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2</a:t>
                      </a:r>
                    </a:p>
                  </a:txBody>
                  <a:tcPr marL="121642" marR="121642" marT="60821" marB="60821" anchor="ctr">
                    <a:lnL>
                      <a:noFill/>
                    </a:lnL>
                    <a:lnR w="9525" cap="flat" cmpd="sng" algn="ctr">
                      <a:noFill/>
                      <a:prstDash val="solid"/>
                    </a:lnR>
                    <a:lnT w="3175"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452" name="Content Placeholder 4"/>
          <p:cNvGraphicFramePr>
            <a:graphicFrameLocks/>
          </p:cNvGraphicFramePr>
          <p:nvPr>
            <p:extLst>
              <p:ext uri="{D42A27DB-BD31-4B8C-83A1-F6EECF244321}">
                <p14:modId xmlns:p14="http://schemas.microsoft.com/office/powerpoint/2010/main" val="194996814"/>
              </p:ext>
            </p:extLst>
          </p:nvPr>
        </p:nvGraphicFramePr>
        <p:xfrm>
          <a:off x="1865263" y="10201546"/>
          <a:ext cx="9945738" cy="2387646"/>
        </p:xfrm>
        <a:graphic>
          <a:graphicData uri="http://schemas.openxmlformats.org/drawingml/2006/table">
            <a:tbl>
              <a:tblPr firstRow="1" bandRow="1">
                <a:tableStyleId>{69012ECD-51FC-41F1-AA8D-1B2483CD663E}</a:tableStyleId>
              </a:tblPr>
              <a:tblGrid>
                <a:gridCol w="3315246">
                  <a:extLst>
                    <a:ext uri="{9D8B030D-6E8A-4147-A177-3AD203B41FA5}">
                      <a16:colId xmlns:a16="http://schemas.microsoft.com/office/drawing/2014/main" val="20000"/>
                    </a:ext>
                  </a:extLst>
                </a:gridCol>
                <a:gridCol w="3315246">
                  <a:extLst>
                    <a:ext uri="{9D8B030D-6E8A-4147-A177-3AD203B41FA5}">
                      <a16:colId xmlns:a16="http://schemas.microsoft.com/office/drawing/2014/main" val="20001"/>
                    </a:ext>
                  </a:extLst>
                </a:gridCol>
                <a:gridCol w="3315246">
                  <a:extLst>
                    <a:ext uri="{9D8B030D-6E8A-4147-A177-3AD203B41FA5}">
                      <a16:colId xmlns:a16="http://schemas.microsoft.com/office/drawing/2014/main" val="20002"/>
                    </a:ext>
                  </a:extLst>
                </a:gridCol>
              </a:tblGrid>
              <a:tr h="672804">
                <a:tc>
                  <a:txBody>
                    <a:bodyPr/>
                    <a:lstStyle/>
                    <a:p>
                      <a:pPr algn="ctr"/>
                      <a:r>
                        <a:rPr lang="en-US" sz="2300" dirty="0">
                          <a:solidFill>
                            <a:schemeClr val="accent1"/>
                          </a:solidFill>
                        </a:rPr>
                        <a:t>Column Header 1</a:t>
                      </a:r>
                    </a:p>
                  </a:txBody>
                  <a:tcPr marL="121642" marR="121642" marT="60821" marB="60821" anchor="ctr">
                    <a:lnL w="9525" cap="flat" cmpd="sng" algn="ctr">
                      <a:noFill/>
                      <a:prstDash val="solid"/>
                    </a:lnL>
                    <a:lnR>
                      <a:noFill/>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dirty="0">
                          <a:solidFill>
                            <a:schemeClr val="accent1"/>
                          </a:solidFill>
                        </a:rPr>
                        <a:t>Column Header 2</a:t>
                      </a:r>
                    </a:p>
                  </a:txBody>
                  <a:tcPr marL="121642" marR="121642" marT="60821" marB="60821" anchor="ctr">
                    <a:lnL>
                      <a:noFill/>
                    </a:lnL>
                    <a:lnR>
                      <a:noFill/>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dirty="0">
                          <a:solidFill>
                            <a:schemeClr val="accent1"/>
                          </a:solidFill>
                        </a:rPr>
                        <a:t>Column Header 3</a:t>
                      </a:r>
                    </a:p>
                  </a:txBody>
                  <a:tcPr marL="121642" marR="121642" marT="60821" marB="60821" anchor="ctr">
                    <a:lnL>
                      <a:noFill/>
                    </a:lnL>
                    <a:lnR w="9525" cap="flat" cmpd="sng" algn="ctr">
                      <a:noFill/>
                      <a:prstDash val="solid"/>
                    </a:lnR>
                    <a:lnT w="9525" cap="flat" cmpd="sng" algn="ctr">
                      <a:noFill/>
                      <a:prstDash val="soli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1614">
                <a:tc>
                  <a:txBody>
                    <a:bodyPr/>
                    <a:lstStyle/>
                    <a:p>
                      <a:pPr algn="ctr"/>
                      <a:r>
                        <a:rPr lang="en-US" sz="2000" dirty="0"/>
                        <a:t>Sample item 1</a:t>
                      </a:r>
                    </a:p>
                  </a:txBody>
                  <a:tcPr marL="121642" marR="121642" marT="60821" marB="60821" anchor="ctr">
                    <a:lnL w="9525" cap="flat" cmpd="sng" algn="ctr">
                      <a:noFill/>
                      <a:prstDash val="solid"/>
                    </a:lnL>
                    <a:lnR>
                      <a:noFill/>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a:t>
                      </a:r>
                    </a:p>
                  </a:txBody>
                  <a:tcPr marL="121642" marR="121642" marT="60821" marB="60821" anchor="ctr">
                    <a:lnL>
                      <a:noFill/>
                    </a:lnL>
                    <a:lnR>
                      <a:noFill/>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a:t>
                      </a:r>
                    </a:p>
                  </a:txBody>
                  <a:tcPr marL="121642" marR="121642" marT="60821" marB="60821" anchor="ctr">
                    <a:lnL>
                      <a:noFill/>
                    </a:lnL>
                    <a:lnR w="9525" cap="flat" cmpd="sng" algn="ctr">
                      <a:noFill/>
                      <a:prstDash val="solid"/>
                    </a:lnR>
                    <a:lnT w="12700" cap="flat" cmpd="sng" algn="ctr">
                      <a:solidFill>
                        <a:schemeClr val="accent1"/>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71614">
                <a:tc>
                  <a:txBody>
                    <a:bodyPr/>
                    <a:lstStyle/>
                    <a:p>
                      <a:pPr algn="ctr"/>
                      <a:r>
                        <a:rPr lang="en-US" sz="2000" dirty="0"/>
                        <a:t>Sample item 2</a:t>
                      </a:r>
                    </a:p>
                  </a:txBody>
                  <a:tcPr marL="121642" marR="121642" marT="60821" marB="60821" anchor="ctr">
                    <a:lnL w="9525" cap="flat" cmpd="sng" algn="ctr">
                      <a:noFill/>
                      <a:prstDash val="solid"/>
                    </a:lnL>
                    <a:lnR>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000" dirty="0"/>
                        <a:t>Sample item 2</a:t>
                      </a:r>
                    </a:p>
                  </a:txBody>
                  <a:tcPr marL="121642" marR="121642" marT="60821" marB="60821" anchor="ctr">
                    <a:lnL>
                      <a:noFill/>
                    </a:lnL>
                    <a:lnR>
                      <a:noFill/>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2000" dirty="0"/>
                        <a:t>Sample item 2</a:t>
                      </a:r>
                    </a:p>
                  </a:txBody>
                  <a:tcPr marL="121642" marR="121642" marT="60821" marB="60821" anchor="ctr">
                    <a:lnL>
                      <a:noFill/>
                    </a:lnL>
                    <a:lnR w="9525" cap="flat" cmpd="sng" algn="ctr">
                      <a:noFill/>
                      <a:prstDash val="soli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71614">
                <a:tc>
                  <a:txBody>
                    <a:bodyPr/>
                    <a:lstStyle/>
                    <a:p>
                      <a:pPr algn="ctr"/>
                      <a:r>
                        <a:rPr lang="en-US" sz="2000" dirty="0"/>
                        <a:t>Sample item 3</a:t>
                      </a:r>
                    </a:p>
                  </a:txBody>
                  <a:tcPr marL="121642" marR="121642" marT="60821" marB="60821" anchor="ctr">
                    <a:lnL w="9525" cap="flat" cmpd="sng" algn="ctr">
                      <a:noFill/>
                      <a:prstDash val="solid"/>
                    </a:lnL>
                    <a:lnR>
                      <a:noFill/>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3</a:t>
                      </a:r>
                    </a:p>
                  </a:txBody>
                  <a:tcPr marL="121642" marR="121642" marT="60821" marB="60821" anchor="ctr">
                    <a:lnL>
                      <a:noFill/>
                    </a:lnL>
                    <a:lnR>
                      <a:noFill/>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Sample item 13</a:t>
                      </a:r>
                    </a:p>
                  </a:txBody>
                  <a:tcPr marL="121642" marR="121642" marT="60821" marB="60821" anchor="ctr">
                    <a:lnL>
                      <a:noFill/>
                    </a:lnL>
                    <a:lnR w="9525" cap="flat" cmpd="sng" algn="ctr">
                      <a:noFill/>
                      <a:prstDash val="soli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 name="Footer Placeholder 1"/>
          <p:cNvSpPr>
            <a:spLocks noGrp="1"/>
          </p:cNvSpPr>
          <p:nvPr>
            <p:ph type="ftr" sz="quarter" idx="84"/>
          </p:nvPr>
        </p:nvSpPr>
        <p:spPr>
          <a:xfrm>
            <a:off x="6603935" y="30080616"/>
            <a:ext cx="11480932" cy="1000218"/>
          </a:xfrm>
        </p:spPr>
        <p:txBody>
          <a:bodyPr/>
          <a:lstStyle/>
          <a:p>
            <a:r>
              <a:rPr lang="en-CA" dirty="0"/>
              <a:t>For Research Use Only. Not for use in diagnostic procedures. </a:t>
            </a:r>
            <a:br>
              <a:rPr lang="en-CA" dirty="0"/>
            </a:br>
            <a:r>
              <a:rPr lang="en-CA" dirty="0"/>
              <a:t>Confidential. Do not distribute.</a:t>
            </a:r>
            <a:endParaRPr lang="en-US" dirty="0"/>
          </a:p>
        </p:txBody>
      </p:sp>
    </p:spTree>
    <p:custDataLst>
      <p:tags r:id="rId1"/>
    </p:custDataLst>
    <p:extLst>
      <p:ext uri="{BB962C8B-B14F-4D97-AF65-F5344CB8AC3E}">
        <p14:creationId xmlns:p14="http://schemas.microsoft.com/office/powerpoint/2010/main" val="920227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ILLUMINA_TEMPLATE_CORPORATE_EXTERNAL" val="Xpqh425U"/>
  <p:tag name="ARTICULATE_SLIDE_COUNT"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Illumina_Template_Corporate_EXTERNAL">
  <a:themeElements>
    <a:clrScheme name="Custom 1">
      <a:dk1>
        <a:sysClr val="windowText" lastClr="000000"/>
      </a:dk1>
      <a:lt1>
        <a:sysClr val="window" lastClr="FFFFFF"/>
      </a:lt1>
      <a:dk2>
        <a:srgbClr val="44546A"/>
      </a:dk2>
      <a:lt2>
        <a:srgbClr val="E7E6E6"/>
      </a:lt2>
      <a:accent1>
        <a:srgbClr val="ED8B00"/>
      </a:accent1>
      <a:accent2>
        <a:srgbClr val="FFB81C"/>
      </a:accent2>
      <a:accent3>
        <a:srgbClr val="E91207"/>
      </a:accent3>
      <a:accent4>
        <a:srgbClr val="DE1B76"/>
      </a:accent4>
      <a:accent5>
        <a:srgbClr val="6756A5"/>
      </a:accent5>
      <a:accent6>
        <a:srgbClr val="0077C8"/>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Illumina Colors">
        <a:dk1>
          <a:srgbClr val="4D4D4F"/>
        </a:dk1>
        <a:lt1>
          <a:srgbClr val="FFFFFF"/>
        </a:lt1>
        <a:dk2>
          <a:srgbClr val="4D4D4F"/>
        </a:dk2>
        <a:lt2>
          <a:srgbClr val="BBBBBB"/>
        </a:lt2>
        <a:accent1>
          <a:srgbClr val="AD73AC"/>
        </a:accent1>
        <a:accent2>
          <a:srgbClr val="7CA8D4"/>
        </a:accent2>
        <a:accent3>
          <a:srgbClr val="B9C980"/>
        </a:accent3>
        <a:accent4>
          <a:srgbClr val="D04C4F"/>
        </a:accent4>
        <a:accent5>
          <a:srgbClr val="D3BCD2"/>
        </a:accent5>
        <a:accent6>
          <a:srgbClr val="A9C1D9"/>
        </a:accent6>
        <a:hlink>
          <a:srgbClr val="B9C980"/>
        </a:hlink>
        <a:folHlink>
          <a:srgbClr val="7CA8D4"/>
        </a:folHlink>
      </a:clrScheme>
      <a:clrMap bg1="lt1" tx1="dk1" bg2="lt2" tx2="dk2" accent1="accent1" accent2="accent2" accent3="accent3" accent4="accent4" accent5="accent5" accent6="accent6" hlink="hlink" folHlink="folHlink"/>
    </a:extraClrScheme>
    <a:extraClrScheme>
      <a:clrScheme name="Illumina Colors">
        <a:dk1>
          <a:srgbClr val="4D4D4F"/>
        </a:dk1>
        <a:lt1>
          <a:srgbClr val="FFFFFF"/>
        </a:lt1>
        <a:dk2>
          <a:srgbClr val="4D4D4F"/>
        </a:dk2>
        <a:lt2>
          <a:srgbClr val="BBBBBB"/>
        </a:lt2>
        <a:accent1>
          <a:srgbClr val="AD73AC"/>
        </a:accent1>
        <a:accent2>
          <a:srgbClr val="7CA8D4"/>
        </a:accent2>
        <a:accent3>
          <a:srgbClr val="B9C980"/>
        </a:accent3>
        <a:accent4>
          <a:srgbClr val="D04C4F"/>
        </a:accent4>
        <a:accent5>
          <a:srgbClr val="D3BCD2"/>
        </a:accent5>
        <a:accent6>
          <a:srgbClr val="A9C1D9"/>
        </a:accent6>
        <a:hlink>
          <a:srgbClr val="B9C980"/>
        </a:hlink>
        <a:folHlink>
          <a:srgbClr val="7CA8D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cientific-poster-35x27-template" id="{8F5AD3EA-2169-5D4D-9547-4324D6C5A8E5}" vid="{314CB2B9-AC29-8149-B4CF-EDE020126D8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VariableListDefinition name="System" displayName="System" id="8145e242-ad68-47bc-a242-2e1e80b5ab3f" isdomainofvalue="False" dataSourceId="87b670ab-7d39-424f-94b4-b137b18b51c1"/>
</file>

<file path=customXml/item2.xml><?xml version="1.0" encoding="utf-8"?>
<VariableListDefinition name="AD_HOC" displayName="AD_HOC" id="77967a35-092e-4200-bbda-583fe7f549fe" isdomainofvalue="False" dataSourceId="766fd2e4-b9ec-4961-84cf-e9dff906dba9"/>
</file>

<file path=customXml/item3.xml><?xml version="1.0" encoding="utf-8"?>
<VariableListDefinition name="Computed" displayName="Computed" id="d17ac26c-d1f1-43f4-8757-d1e659acc534" isdomainofvalue="False" dataSourceId="9a34e9fd-73a2-4c73-9a2f-ae560534a1c1"/>
</file>

<file path=customXml/item4.xml><?xml version="1.0" encoding="utf-8"?>
<VariableList UniqueId="8145e242-ad68-47bc-a242-2e1e80b5ab3f" Name="System" ContentType="XML" MajorVersion="0" MinorVersion="1" isLocalCopy="False" IsBaseObject="False" DataSourceId="87b670ab-7d39-424f-94b4-b137b18b51c1" DataSourceMajorVersion="0" DataSourceMinorVersion="1"/>
</file>

<file path=customXml/item5.xml><?xml version="1.0" encoding="utf-8"?>
<AllExternalAdhocVariableMappings/>
</file>

<file path=customXml/item6.xml><?xml version="1.0" encoding="utf-8"?>
<VariableList UniqueId="d17ac26c-d1f1-43f4-8757-d1e659acc534" Name="Computed" ContentType="XML" MajorVersion="0" MinorVersion="1" isLocalCopy="False" IsBaseObject="False" DataSourceId="9a34e9fd-73a2-4c73-9a2f-ae560534a1c1" DataSourceMajorVersion="0" DataSourceMinorVersion="1"/>
</file>

<file path=customXml/item7.xml><?xml version="1.0" encoding="utf-8"?>
<VariableList UniqueId="77967a35-092e-4200-bbda-583fe7f549fe" Name="AD_HOC" ContentType="XML" MajorVersion="0" MinorVersion="1" isLocalCopy="False" IsBaseObject="False" DataSourceId="766fd2e4-b9ec-4961-84cf-e9dff906dba9" DataSourceMajorVersion="0" DataSourceMinorVersion="1"/>
</file>

<file path=customXml/itemProps1.xml><?xml version="1.0" encoding="utf-8"?>
<ds:datastoreItem xmlns:ds="http://schemas.openxmlformats.org/officeDocument/2006/customXml" ds:itemID="{B7930069-8220-438A-85AE-A15F0F9A9E85}">
  <ds:schemaRefs/>
</ds:datastoreItem>
</file>

<file path=customXml/itemProps2.xml><?xml version="1.0" encoding="utf-8"?>
<ds:datastoreItem xmlns:ds="http://schemas.openxmlformats.org/officeDocument/2006/customXml" ds:itemID="{12DDAF8B-0902-4F53-B0C8-FEF056689BB9}">
  <ds:schemaRefs/>
</ds:datastoreItem>
</file>

<file path=customXml/itemProps3.xml><?xml version="1.0" encoding="utf-8"?>
<ds:datastoreItem xmlns:ds="http://schemas.openxmlformats.org/officeDocument/2006/customXml" ds:itemID="{D1A64E24-FD3C-4F72-990E-E93E460BC205}">
  <ds:schemaRefs/>
</ds:datastoreItem>
</file>

<file path=customXml/itemProps4.xml><?xml version="1.0" encoding="utf-8"?>
<ds:datastoreItem xmlns:ds="http://schemas.openxmlformats.org/officeDocument/2006/customXml" ds:itemID="{2643E74E-F5BF-40C0-B131-86C602C9A23B}">
  <ds:schemaRefs/>
</ds:datastoreItem>
</file>

<file path=customXml/itemProps5.xml><?xml version="1.0" encoding="utf-8"?>
<ds:datastoreItem xmlns:ds="http://schemas.openxmlformats.org/officeDocument/2006/customXml" ds:itemID="{177341D9-A3FE-4E68-960A-E641F561E4A4}">
  <ds:schemaRefs/>
</ds:datastoreItem>
</file>

<file path=customXml/itemProps6.xml><?xml version="1.0" encoding="utf-8"?>
<ds:datastoreItem xmlns:ds="http://schemas.openxmlformats.org/officeDocument/2006/customXml" ds:itemID="{92E798D3-051A-4F00-B68B-A2624AE6FB18}">
  <ds:schemaRefs/>
</ds:datastoreItem>
</file>

<file path=customXml/itemProps7.xml><?xml version="1.0" encoding="utf-8"?>
<ds:datastoreItem xmlns:ds="http://schemas.openxmlformats.org/officeDocument/2006/customXml" ds:itemID="{24A79F03-9772-40BE-804B-2229BA717966}">
  <ds:schemaRefs/>
</ds:datastoreItem>
</file>

<file path=docProps/app.xml><?xml version="1.0" encoding="utf-8"?>
<Properties xmlns="http://schemas.openxmlformats.org/officeDocument/2006/extended-properties" xmlns:vt="http://schemas.openxmlformats.org/officeDocument/2006/docPropsVTypes">
  <Template/>
  <TotalTime>4</TotalTime>
  <Words>112</Words>
  <Application>Microsoft Office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Arial-BoldMT</vt:lpstr>
      <vt:lpstr>ArialMT</vt:lpstr>
      <vt:lpstr>Wingdings</vt:lpstr>
      <vt:lpstr>Illumina_Template_Corporate_EXTERNAL</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Diaz, Oscar</dc:creator>
  <cp:keywords/>
  <dc:description/>
  <cp:lastModifiedBy>Mosley, Melissa</cp:lastModifiedBy>
  <cp:revision>2</cp:revision>
  <dcterms:created xsi:type="dcterms:W3CDTF">2026-08-21T17:18:41Z</dcterms:created>
  <dcterms:modified xsi:type="dcterms:W3CDTF">2026-08-21T20:04:38Z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591E01B6-2F36-4170-A32F-DBD22C90BF7A</vt:lpwstr>
  </property>
  <property fmtid="{D5CDD505-2E9C-101B-9397-08002B2CF9AE}" pid="3" name="ArticulatePath">
    <vt:lpwstr>scientific-poster-36x48-template</vt:lpwstr>
  </property>
</Properties>
</file>